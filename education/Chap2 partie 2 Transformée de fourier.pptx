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16" r:id="rId2"/>
    <p:sldMasterId id="2147483761" r:id="rId3"/>
  </p:sldMasterIdLst>
  <p:notesMasterIdLst>
    <p:notesMasterId r:id="rId30"/>
  </p:notesMasterIdLst>
  <p:sldIdLst>
    <p:sldId id="272" r:id="rId4"/>
    <p:sldId id="274" r:id="rId5"/>
    <p:sldId id="305" r:id="rId6"/>
    <p:sldId id="309" r:id="rId7"/>
    <p:sldId id="408" r:id="rId8"/>
    <p:sldId id="409" r:id="rId9"/>
    <p:sldId id="410" r:id="rId10"/>
    <p:sldId id="411" r:id="rId11"/>
    <p:sldId id="424" r:id="rId12"/>
    <p:sldId id="425" r:id="rId13"/>
    <p:sldId id="427" r:id="rId14"/>
    <p:sldId id="426" r:id="rId15"/>
    <p:sldId id="412" r:id="rId16"/>
    <p:sldId id="428" r:id="rId17"/>
    <p:sldId id="423" r:id="rId18"/>
    <p:sldId id="413" r:id="rId19"/>
    <p:sldId id="429" r:id="rId20"/>
    <p:sldId id="414" r:id="rId21"/>
    <p:sldId id="430" r:id="rId22"/>
    <p:sldId id="415" r:id="rId23"/>
    <p:sldId id="431" r:id="rId24"/>
    <p:sldId id="432" r:id="rId25"/>
    <p:sldId id="433" r:id="rId26"/>
    <p:sldId id="416" r:id="rId27"/>
    <p:sldId id="420" r:id="rId28"/>
    <p:sldId id="31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61F7435-3FDC-48FE-A388-6CBEAF22B93B}">
          <p14:sldIdLst>
            <p14:sldId id="272"/>
            <p14:sldId id="274"/>
          </p14:sldIdLst>
        </p14:section>
        <p14:section name="Section sans titre" id="{0A6BE4B9-AA00-45A7-8C8A-765C7694C385}">
          <p14:sldIdLst>
            <p14:sldId id="305"/>
            <p14:sldId id="309"/>
            <p14:sldId id="408"/>
            <p14:sldId id="409"/>
            <p14:sldId id="410"/>
            <p14:sldId id="411"/>
            <p14:sldId id="424"/>
            <p14:sldId id="425"/>
            <p14:sldId id="427"/>
            <p14:sldId id="426"/>
            <p14:sldId id="412"/>
            <p14:sldId id="428"/>
            <p14:sldId id="423"/>
            <p14:sldId id="413"/>
            <p14:sldId id="429"/>
            <p14:sldId id="414"/>
            <p14:sldId id="430"/>
            <p14:sldId id="415"/>
            <p14:sldId id="431"/>
            <p14:sldId id="432"/>
            <p14:sldId id="433"/>
            <p14:sldId id="416"/>
            <p14:sldId id="420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13" autoAdjust="0"/>
    <p:restoredTop sz="94660"/>
  </p:normalViewPr>
  <p:slideViewPr>
    <p:cSldViewPr snapToGrid="0">
      <p:cViewPr>
        <p:scale>
          <a:sx n="60" d="100"/>
          <a:sy n="60" d="100"/>
        </p:scale>
        <p:origin x="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5.wmf"/><Relationship Id="rId1" Type="http://schemas.openxmlformats.org/officeDocument/2006/relationships/image" Target="../media/image17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18" Type="http://schemas.openxmlformats.org/officeDocument/2006/relationships/image" Target="../media/image20.wmf"/><Relationship Id="rId3" Type="http://schemas.openxmlformats.org/officeDocument/2006/relationships/image" Target="../media/image26.wmf"/><Relationship Id="rId21" Type="http://schemas.openxmlformats.org/officeDocument/2006/relationships/image" Target="../media/image42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17" Type="http://schemas.openxmlformats.org/officeDocument/2006/relationships/image" Target="../media/image40.wmf"/><Relationship Id="rId2" Type="http://schemas.openxmlformats.org/officeDocument/2006/relationships/image" Target="../media/image25.wmf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19" Type="http://schemas.openxmlformats.org/officeDocument/2006/relationships/image" Target="../media/image2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3.wmf"/><Relationship Id="rId4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52.wmf"/><Relationship Id="rId1" Type="http://schemas.openxmlformats.org/officeDocument/2006/relationships/image" Target="../media/image63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1B647-4BA2-4645-A928-9C9CCBE8EB43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24AB1-5D87-4C75-8D50-6904C649AF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10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6327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C75C9F-6236-4B16-BDB0-FA9B02986170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6327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99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04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31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510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59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886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477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8037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43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623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806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886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07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470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342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312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433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365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533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398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925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565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0687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D3676-45DB-443D-90DB-85AD8E59914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42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718936" y="2852936"/>
            <a:ext cx="10801146" cy="220824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814955" y="275692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41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777225" y="2340178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854950" y="2417910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2497201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967985"/>
            <a:ext cx="9292823" cy="215188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78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777225" y="196204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854950" y="203977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8" y="2119070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589855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6277591" y="1959983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6355316" y="203771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849184" y="211700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306567" y="2587790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540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1876403"/>
            <a:ext cx="6443876" cy="2208245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5748124" y="2202047"/>
            <a:ext cx="6443876" cy="2208245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56641" y="2069094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710601" y="2403572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4074294"/>
            <a:ext cx="6468055" cy="79353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5721828" y="2133277"/>
            <a:ext cx="6470171" cy="79353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3025" y="4232388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703501" y="4486492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694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777225" y="4560709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854950" y="4638441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717732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5188517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091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776469" y="4564592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854195" y="464232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348062" y="4721615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805445" y="519239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323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6248557" y="1615605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6326282" y="169333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820149" y="1772628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7277533" y="2243412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6248557" y="389229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6326282" y="397002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820149" y="4049320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277533" y="4520105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870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04798"/>
            <a:ext cx="12191999" cy="358164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438176"/>
            <a:ext cx="10801146" cy="79329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34216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431696"/>
            <a:ext cx="12192000" cy="76441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308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4655715" y="1604797"/>
            <a:ext cx="7536285" cy="31203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1604797"/>
            <a:ext cx="4655715" cy="31203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18936" y="1844824"/>
            <a:ext cx="3600712" cy="2688299"/>
          </a:xfrm>
        </p:spPr>
        <p:txBody>
          <a:bodyPr anchor="b">
            <a:normAutofit/>
          </a:bodyPr>
          <a:lstStyle>
            <a:lvl1pPr algn="r">
              <a:defRPr sz="2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08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4797"/>
            <a:ext cx="2975383" cy="3120347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2975383" y="1604797"/>
            <a:ext cx="5713129" cy="3120347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8688512" y="1604797"/>
            <a:ext cx="3503487" cy="312034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1" y="4725144"/>
            <a:ext cx="2975940" cy="960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975940" y="4725144"/>
            <a:ext cx="5712500" cy="96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8688512" y="4725144"/>
            <a:ext cx="3503487" cy="96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0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4051237" y="2022707"/>
            <a:ext cx="1578183" cy="157804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6671177" y="2022706"/>
            <a:ext cx="1578183" cy="157804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9291117" y="2022706"/>
            <a:ext cx="1578183" cy="15780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429401" y="2022705"/>
            <a:ext cx="1578183" cy="157804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3949628" y="1954974"/>
            <a:ext cx="1578183" cy="157804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6569568" y="1954973"/>
            <a:ext cx="1578183" cy="15780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円/楕円 50"/>
          <p:cNvSpPr/>
          <p:nvPr userDrawn="1"/>
        </p:nvSpPr>
        <p:spPr>
          <a:xfrm>
            <a:off x="9189508" y="1954972"/>
            <a:ext cx="1578183" cy="15780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327792" y="1954972"/>
            <a:ext cx="1578183" cy="1578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996939" y="1988842"/>
            <a:ext cx="1578183" cy="15780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16879" y="1988842"/>
            <a:ext cx="1578183" cy="15780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9236819" y="1988841"/>
            <a:ext cx="1578183" cy="15780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375103" y="1988840"/>
            <a:ext cx="1578183" cy="157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4503319" y="2495179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23260" y="2495178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9743199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1881483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36417" y="3667685"/>
            <a:ext cx="245555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25527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083980" y="419574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538839" y="3666122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546099" y="4252357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3704552" y="4194181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63041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166671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6325124" y="419574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787242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87242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8945696" y="419574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8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5164467" y="1887240"/>
            <a:ext cx="1967237" cy="19670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8605058" y="1887240"/>
            <a:ext cx="1967237" cy="1967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723876" y="1887238"/>
            <a:ext cx="1967237" cy="19670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5062858" y="1819507"/>
            <a:ext cx="1967237" cy="19670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8503449" y="1819506"/>
            <a:ext cx="1967237" cy="1967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622267" y="1819505"/>
            <a:ext cx="1967237" cy="19670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110169" y="1853376"/>
            <a:ext cx="1967237" cy="196706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8550760" y="1853375"/>
            <a:ext cx="1967237" cy="1967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9578" y="1853374"/>
            <a:ext cx="1967237" cy="19670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6105" y="3904247"/>
            <a:ext cx="30907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4151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77508" y="443230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534794" y="3902684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536625" y="4488919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039982" y="443074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975277" y="3904247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973478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8476836" y="443230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714199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157881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601563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95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59328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4424027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825130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60119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4431936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825921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85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44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円/楕円 38"/>
          <p:cNvSpPr/>
          <p:nvPr userDrawn="1"/>
        </p:nvSpPr>
        <p:spPr>
          <a:xfrm>
            <a:off x="4198704" y="4487658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1378735" y="2148031"/>
            <a:ext cx="3373912" cy="33736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977278" y="254330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>
            <a:off x="1269469" y="2065267"/>
            <a:ext cx="3373912" cy="337361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78735" y="2148031"/>
            <a:ext cx="3277893" cy="327760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514564" y="2052020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433368" y="2083891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4867212" y="423155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5341171" y="2853952"/>
            <a:ext cx="5822435" cy="257801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5437190" y="273169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341171" y="2086482"/>
            <a:ext cx="5822435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001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2972488" y="2275085"/>
            <a:ext cx="2681623" cy="268139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1630623" y="4043348"/>
            <a:ext cx="1944955" cy="194478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246536" y="1861776"/>
            <a:ext cx="2053478" cy="20532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4784115" y="4840556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049571" y="4110206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178797" y="1790262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920134" y="2218873"/>
            <a:ext cx="2651041" cy="2650811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606675" y="4012103"/>
            <a:ext cx="1895548" cy="189538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602682" y="3544278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円/楕円 32"/>
          <p:cNvSpPr/>
          <p:nvPr userDrawn="1"/>
        </p:nvSpPr>
        <p:spPr>
          <a:xfrm>
            <a:off x="1376435" y="3771059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円/楕円 33"/>
          <p:cNvSpPr/>
          <p:nvPr userDrawn="1"/>
        </p:nvSpPr>
        <p:spPr>
          <a:xfrm>
            <a:off x="4245655" y="523727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6109413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6187138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681005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138389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6109413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6187138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681005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138389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381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6443807" y="1624809"/>
            <a:ext cx="1170920" cy="117081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696748" y="3947886"/>
            <a:ext cx="1170920" cy="117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6347074" y="2417828"/>
            <a:ext cx="5844927" cy="250251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3976" y="4342259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847771"/>
            <a:ext cx="4058079" cy="141272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099170" y="179797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339890" y="4978398"/>
            <a:ext cx="5175776" cy="108857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755009"/>
            <a:ext cx="5844927" cy="250251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360470" y="4782456"/>
            <a:ext cx="672555" cy="67249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7444284" y="1245020"/>
            <a:ext cx="585460" cy="58540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4257525"/>
            <a:ext cx="5844927" cy="628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6347074" y="2354618"/>
            <a:ext cx="5844927" cy="628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81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74523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811231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743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74523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74523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68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465581" y="4321975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242477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901937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28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45369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519683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4521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45369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45369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11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3123376" y="3707015"/>
            <a:ext cx="688391" cy="68833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804659" y="4343357"/>
            <a:ext cx="270677" cy="27065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905020" y="1877068"/>
            <a:ext cx="2775610" cy="27753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4615" y="193263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795754" y="1794303"/>
            <a:ext cx="2775610" cy="27753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886260" y="1877067"/>
            <a:ext cx="2696619" cy="269638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418597" y="1480280"/>
            <a:ext cx="377157" cy="3771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61262" y="4785754"/>
            <a:ext cx="377590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3242" y="5201608"/>
            <a:ext cx="3431947" cy="382623"/>
          </a:xfrm>
        </p:spPr>
        <p:txBody>
          <a:bodyPr anchor="t">
            <a:noAutofit/>
          </a:bodyPr>
          <a:lstStyle>
            <a:lvl1pPr algn="ctr">
              <a:defRPr sz="1333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124188" y="1671101"/>
            <a:ext cx="375231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141845" y="2257337"/>
            <a:ext cx="3724726" cy="144967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4237864" y="2199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4237864" y="3842550"/>
            <a:ext cx="552844" cy="552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4323138" y="3927817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4237863" y="4554531"/>
            <a:ext cx="552844" cy="5527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4323137" y="4639799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237864" y="5266513"/>
            <a:ext cx="552844" cy="5527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4323138" y="5351781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4790708" y="3878922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4790708" y="4590903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4790708" y="5302885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7986229" y="1668842"/>
            <a:ext cx="3374611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099905" y="219690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7979723" y="2404053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8066814" y="2804650"/>
            <a:ext cx="3425697" cy="287203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979723" y="3275051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8066814" y="3675649"/>
            <a:ext cx="3425697" cy="287203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979723" y="4146050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8066814" y="4546647"/>
            <a:ext cx="3425697" cy="287203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7979723" y="5017049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8066814" y="5417646"/>
            <a:ext cx="3425697" cy="287203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06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3689249"/>
            <a:ext cx="12192000" cy="9071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339" y="3689249"/>
            <a:ext cx="1914789" cy="907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0293515" y="3689247"/>
            <a:ext cx="1898486" cy="907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7527983" y="3689247"/>
            <a:ext cx="2774219" cy="907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4698984" y="3689247"/>
            <a:ext cx="2774219" cy="90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924765" y="3689248"/>
            <a:ext cx="2774219" cy="90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715910" y="3531405"/>
            <a:ext cx="406435" cy="406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495766" y="3531405"/>
            <a:ext cx="406435" cy="40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286275" y="3531405"/>
            <a:ext cx="406435" cy="40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0073260" y="3531405"/>
            <a:ext cx="406435" cy="40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104213" y="3023163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02904" y="2568384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02904" y="1619312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8914" y="252592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884069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82761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3618770" y="4919142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182761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674578" y="3008648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973270" y="2553869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973270" y="1604798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6409279" y="251140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477993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776684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212694" y="4919142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76684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846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392594" y="3606090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3948192"/>
            <a:ext cx="418276" cy="304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25748" y="2982608"/>
            <a:ext cx="1271293" cy="30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円/楕円 36"/>
          <p:cNvSpPr/>
          <p:nvPr userDrawn="1"/>
        </p:nvSpPr>
        <p:spPr>
          <a:xfrm>
            <a:off x="676719" y="2277536"/>
            <a:ext cx="169348" cy="1693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605769" y="3823734"/>
            <a:ext cx="279422" cy="2793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885191" y="3948192"/>
            <a:ext cx="1697367" cy="30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2558131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2291285" y="4910233"/>
            <a:ext cx="1271293" cy="304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2842257" y="5476454"/>
            <a:ext cx="169348" cy="1693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円/楕円 47"/>
          <p:cNvSpPr/>
          <p:nvPr userDrawn="1"/>
        </p:nvSpPr>
        <p:spPr>
          <a:xfrm>
            <a:off x="2774518" y="3823072"/>
            <a:ext cx="279422" cy="2793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正方形/長方形 48"/>
          <p:cNvSpPr/>
          <p:nvPr userDrawn="1"/>
        </p:nvSpPr>
        <p:spPr>
          <a:xfrm>
            <a:off x="3053940" y="3947533"/>
            <a:ext cx="1697367" cy="30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4726880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4460034" y="2985489"/>
            <a:ext cx="1271293" cy="304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5011006" y="2280417"/>
            <a:ext cx="169348" cy="1693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4947484" y="3823734"/>
            <a:ext cx="279422" cy="2793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5226906" y="3948192"/>
            <a:ext cx="1697367" cy="304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6899846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6633000" y="4910233"/>
            <a:ext cx="1271293" cy="304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7183971" y="5476454"/>
            <a:ext cx="169348" cy="169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7116233" y="3823072"/>
            <a:ext cx="279422" cy="2793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正方形/長方形 60"/>
          <p:cNvSpPr/>
          <p:nvPr userDrawn="1"/>
        </p:nvSpPr>
        <p:spPr>
          <a:xfrm>
            <a:off x="7395655" y="3947533"/>
            <a:ext cx="1697367" cy="304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9068595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8801748" y="2985489"/>
            <a:ext cx="1271293" cy="3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円/楕円 63"/>
          <p:cNvSpPr/>
          <p:nvPr userDrawn="1"/>
        </p:nvSpPr>
        <p:spPr>
          <a:xfrm>
            <a:off x="9352720" y="2280417"/>
            <a:ext cx="169348" cy="1693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9286174" y="3823734"/>
            <a:ext cx="279422" cy="27939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519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8967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985155" y="261905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9444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20997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1445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5309935" y="261905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1922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550722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555209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9650686" y="2619056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5997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053940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058427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3153904" y="486053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2346262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398137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402624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7498100" y="4860535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6690458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9565595" y="3948191"/>
            <a:ext cx="2626405" cy="304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85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2517304"/>
            <a:ext cx="12191999" cy="12985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二等辺三角形 7"/>
          <p:cNvSpPr/>
          <p:nvPr userDrawn="1"/>
        </p:nvSpPr>
        <p:spPr>
          <a:xfrm>
            <a:off x="5362892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2336060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二等辺三角形 7"/>
          <p:cNvSpPr/>
          <p:nvPr userDrawn="1"/>
        </p:nvSpPr>
        <p:spPr>
          <a:xfrm>
            <a:off x="7236329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4209497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二等辺三角形 7"/>
          <p:cNvSpPr/>
          <p:nvPr userDrawn="1"/>
        </p:nvSpPr>
        <p:spPr>
          <a:xfrm>
            <a:off x="9109767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6082934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二等辺三角形 7"/>
          <p:cNvSpPr/>
          <p:nvPr userDrawn="1"/>
        </p:nvSpPr>
        <p:spPr>
          <a:xfrm>
            <a:off x="10983204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7956372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二等辺三角形 7"/>
          <p:cNvSpPr/>
          <p:nvPr userDrawn="1"/>
        </p:nvSpPr>
        <p:spPr>
          <a:xfrm>
            <a:off x="3489455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462623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4780193"/>
            <a:ext cx="10801146" cy="11706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4955" y="468418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2412195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4285632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6159069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8032507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538758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11637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2993718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487106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6748407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8625751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23865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3136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554047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934970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731586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969677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173582" y="4363360"/>
            <a:ext cx="2304192" cy="502708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2554381" y="4363360"/>
            <a:ext cx="2304192" cy="502708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9696778" y="4363360"/>
            <a:ext cx="2304192" cy="502708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7315980" y="4363360"/>
            <a:ext cx="2304192" cy="502708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4935068" y="4363360"/>
            <a:ext cx="2304192" cy="502708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6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1844824"/>
            <a:ext cx="4753324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平行四辺形 11"/>
          <p:cNvSpPr/>
          <p:nvPr userDrawn="1"/>
        </p:nvSpPr>
        <p:spPr>
          <a:xfrm>
            <a:off x="1200104" y="2564904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82310" y="1964837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2400208" y="3653025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平行四辺形 22"/>
          <p:cNvSpPr/>
          <p:nvPr userDrawn="1"/>
        </p:nvSpPr>
        <p:spPr>
          <a:xfrm>
            <a:off x="3599122" y="4741146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1200104" y="2932945"/>
            <a:ext cx="4753324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2400209" y="4021065"/>
            <a:ext cx="4753324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3599122" y="5109187"/>
            <a:ext cx="4753324" cy="72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81474" y="3052958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2681711" y="4141079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3022" y="5229200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9743" y="1778951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400456" y="5047088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999981" y="2866576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231293" y="3955193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255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19817" y="5651836"/>
            <a:ext cx="4451740" cy="4802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3951593" y="4430292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3951593" y="4430291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6538285" y="3208747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38284" y="3208746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9124977" y="1987203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16"/>
          <p:cNvSpPr/>
          <p:nvPr userDrawn="1"/>
        </p:nvSpPr>
        <p:spPr>
          <a:xfrm>
            <a:off x="9124977" y="1987202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4591374" y="4910580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00ACE2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0ACE2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7178489" y="3689036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87C32F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87C32F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9765607" y="2467492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FD497C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FD497C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6081211" y="4430291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6"/>
          <p:cNvSpPr/>
          <p:nvPr userDrawn="1"/>
        </p:nvSpPr>
        <p:spPr>
          <a:xfrm>
            <a:off x="3483242" y="5651836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26"/>
          <p:cNvSpPr/>
          <p:nvPr userDrawn="1"/>
        </p:nvSpPr>
        <p:spPr>
          <a:xfrm>
            <a:off x="8668482" y="3205702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15860" y="4329480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6481" y="4833243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501015" y="476830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1736" y="3112336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12356" y="3616098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4106891" y="3551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10415" y="1886392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01035" y="2390154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6695569" y="232521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20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4024165" y="2092719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2258787" y="3387727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640568" y="346508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385590" y="355222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509245" y="4682737"/>
            <a:ext cx="4002631" cy="605404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60188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1493180" y="8014598"/>
            <a:ext cx="997539" cy="1690186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2116300" y="1643371"/>
            <a:ext cx="6582505" cy="48746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4072367" y="4848671"/>
            <a:ext cx="273562" cy="273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1" name="円/楕円 100"/>
          <p:cNvSpPr/>
          <p:nvPr userDrawn="1"/>
        </p:nvSpPr>
        <p:spPr>
          <a:xfrm>
            <a:off x="7588032" y="2258651"/>
            <a:ext cx="273562" cy="273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91027" y="476009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36048" y="484723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5830199" y="3553661"/>
            <a:ext cx="273562" cy="273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405947" y="2170079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50968" y="2257211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58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2273935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3181195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4088455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995715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2133836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3042255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950674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859092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9915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367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176817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267543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358269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48995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520635" y="539721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1628080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2536498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444917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353336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1105" y="5261754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5077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9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831177" y="527501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831177" y="4364761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831177" y="1633997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831177" y="2544252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831177" y="345450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0705880" y="1721621"/>
            <a:ext cx="552048" cy="5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0705880" y="2631537"/>
            <a:ext cx="552048" cy="5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0705880" y="3541791"/>
            <a:ext cx="552048" cy="55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0705880" y="4452385"/>
            <a:ext cx="552048" cy="5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B143DD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0705880" y="5362641"/>
            <a:ext cx="552048" cy="55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615536" y="1637991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4615536" y="2548246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615536" y="345850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15536" y="4368755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15536" y="527901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923547" y="1721283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923547" y="263153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923547" y="536230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923547" y="354179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923547" y="445204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20532" y="1815608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20532" y="5456627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120532" y="2725862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120532" y="3636116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120532" y="4546371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740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909455"/>
            <a:ext cx="12193058" cy="1736436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662013" y="442438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306141" y="3373548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4950268" y="4074104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6594395" y="3023270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8238523" y="3723826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882650" y="267299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651682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746704" y="4509065"/>
            <a:ext cx="304826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3390832" y="3458231"/>
            <a:ext cx="304826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4959" y="4158787"/>
            <a:ext cx="304826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679086" y="3107953"/>
            <a:ext cx="304826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323214" y="3808509"/>
            <a:ext cx="304826" cy="3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9967341" y="2757675"/>
            <a:ext cx="304826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52705" y="4999454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46934" y="5503217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18904" y="543827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179734" y="277797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173962" y="190518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2445932" y="2757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54249" y="4658522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848477" y="5162285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4120447" y="509734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475849" y="247341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470078" y="160062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5742048" y="245311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133266" y="4299008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7127494" y="4802770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7399464" y="4737832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64104" y="2112953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58332" y="1240163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9030303" y="2092658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8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>
            <a:off x="5941698" y="2849639"/>
            <a:ext cx="1166081" cy="116598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5941696" y="2849639"/>
            <a:ext cx="1166081" cy="116598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5941698" y="1683659"/>
            <a:ext cx="1166081" cy="116598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00ACE2">
                  <a:lumMod val="75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5941748" y="4015569"/>
            <a:ext cx="1165980" cy="11660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5941749" y="4015568"/>
            <a:ext cx="1165980" cy="11660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7107830" y="4015569"/>
            <a:ext cx="1165980" cy="1166081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4775615" y="4015620"/>
            <a:ext cx="1166081" cy="116598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直角三角形 16"/>
          <p:cNvSpPr/>
          <p:nvPr userDrawn="1"/>
        </p:nvSpPr>
        <p:spPr>
          <a:xfrm>
            <a:off x="4775616" y="4015621"/>
            <a:ext cx="1166081" cy="11659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4775615" y="5181601"/>
            <a:ext cx="1166081" cy="116598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4775664" y="2849590"/>
            <a:ext cx="1165980" cy="1166081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4775663" y="2849591"/>
            <a:ext cx="1165980" cy="1166081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3609582" y="2849590"/>
            <a:ext cx="1165980" cy="1166081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6168437" y="3550362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6168427" y="424705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5427390" y="4247048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5412583" y="356516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599178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99178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57311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857311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141647" y="2873826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41648" y="3265715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989123" y="5225143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989124" y="5617033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55853" y="4108913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12883" y="4500803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07421" y="1733189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664451" y="2125079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733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483957" y="1988581"/>
            <a:ext cx="11708043" cy="1650504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325279" y="2909557"/>
            <a:ext cx="11866721" cy="888193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483957" y="3989855"/>
            <a:ext cx="11708043" cy="1650504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325279" y="3831191"/>
            <a:ext cx="11866721" cy="888193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7199748" y="2220269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7199748" y="3138210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99748" y="4047801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199748" y="4957392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715354" y="2032666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715354" y="2962109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715354" y="38790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715354" y="47963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94931" y="2014562"/>
            <a:ext cx="4560902" cy="147542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4931" y="4211308"/>
            <a:ext cx="4560902" cy="170323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4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5950263" y="2692400"/>
            <a:ext cx="91932" cy="4165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6149804" y="2190480"/>
            <a:ext cx="91932" cy="46675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6349344" y="3326113"/>
            <a:ext cx="91934" cy="35318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750722" y="4895273"/>
            <a:ext cx="91933" cy="196272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5551182" y="3790920"/>
            <a:ext cx="90826" cy="30670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48886" y="4461746"/>
            <a:ext cx="91932" cy="23962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3894768" y="870805"/>
            <a:ext cx="91201" cy="5001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747465" y="2983785"/>
            <a:ext cx="775922" cy="7758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2463512" y="1848153"/>
            <a:ext cx="775922" cy="7758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771260" y="4119419"/>
            <a:ext cx="775922" cy="7758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565276" y="3448592"/>
            <a:ext cx="775922" cy="7758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8957360" y="2350072"/>
            <a:ext cx="775922" cy="775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9345321" y="4547113"/>
            <a:ext cx="775922" cy="7758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4506565" y="2418693"/>
            <a:ext cx="91201" cy="41773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4638969" y="678913"/>
            <a:ext cx="91200" cy="31143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7451124" y="1191539"/>
            <a:ext cx="91200" cy="30929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8085623" y="1256479"/>
            <a:ext cx="91200" cy="5160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7567273" y="3072889"/>
            <a:ext cx="91200" cy="3724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6150532" y="2190475"/>
            <a:ext cx="91200" cy="9120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6350074" y="3326111"/>
            <a:ext cx="91200" cy="91208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6549615" y="4461741"/>
            <a:ext cx="91200" cy="91208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5550804" y="3790916"/>
            <a:ext cx="91200" cy="9120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5950267" y="2692395"/>
            <a:ext cx="91200" cy="91208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5751539" y="4889435"/>
            <a:ext cx="91200" cy="91208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2666712" y="2051335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9160559" y="255325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950664" y="3186967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974459" y="4322601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0768476" y="365177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9548520" y="475029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39435" y="1764679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3237897" y="2307114"/>
            <a:ext cx="2513639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529692" y="2901480"/>
            <a:ext cx="3735493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528153" y="3443914"/>
            <a:ext cx="3746268" cy="610849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548720" y="4037112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547182" y="4579547"/>
            <a:ext cx="2782663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555813" y="2271802"/>
            <a:ext cx="2401547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548886" y="2783600"/>
            <a:ext cx="2408474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835502" y="3339098"/>
            <a:ext cx="3704195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24817" y="3850897"/>
            <a:ext cx="3714880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833456" y="4468842"/>
            <a:ext cx="249303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826265" y="4980640"/>
            <a:ext cx="2500227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0354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167542" y="4019490"/>
            <a:ext cx="1113281" cy="1113185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911178" y="2464344"/>
            <a:ext cx="1113281" cy="1113185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6911178" y="4019490"/>
            <a:ext cx="1113281" cy="1113185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4167542" y="2464344"/>
            <a:ext cx="1113281" cy="1113185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539360" y="4850284"/>
            <a:ext cx="1113281" cy="1113185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539360" y="1652302"/>
            <a:ext cx="1113281" cy="1113185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927234" y="2639371"/>
            <a:ext cx="2337532" cy="2337329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738395" y="171349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38395" y="221725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8835164" y="215231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738395" y="323020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738395" y="373396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835164" y="36690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738395" y="4746915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738395" y="525067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8835164" y="5185739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1942" y="171562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78272" y="221938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32985" y="2154444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91942" y="3232329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78272" y="373609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432985" y="3671154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1942" y="474904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478272" y="5252803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432985" y="518786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6744890" y="1726795"/>
            <a:ext cx="1888169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8212328" y="3365455"/>
            <a:ext cx="425666" cy="389796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3764365" y="5215467"/>
            <a:ext cx="1780574" cy="603973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3696626" y="3686629"/>
            <a:ext cx="735454" cy="290285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3720818" y="2140858"/>
            <a:ext cx="774163" cy="280609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7994375" y="5176762"/>
            <a:ext cx="638684" cy="127294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5882757" y="1974349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7264766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7264766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5882757" y="5191693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4515332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4515332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5143774" y="3106058"/>
            <a:ext cx="1901104" cy="1441751"/>
          </a:xfrm>
        </p:spPr>
        <p:txBody>
          <a:bodyPr anchor="ctr">
            <a:noAutofit/>
          </a:bodyPr>
          <a:lstStyle>
            <a:lvl1pPr algn="ctr">
              <a:defRPr sz="24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19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3440524"/>
            <a:ext cx="5182864" cy="1826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1614416"/>
            <a:ext cx="5182864" cy="1826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7009136" y="3440522"/>
            <a:ext cx="5182864" cy="18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6476154" y="3707892"/>
            <a:ext cx="1291256" cy="1291368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7009136" y="1614412"/>
            <a:ext cx="5182864" cy="1826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6476154" y="1881780"/>
            <a:ext cx="1291256" cy="12913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4425837" y="3707892"/>
            <a:ext cx="1291256" cy="1291368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4425837" y="1881780"/>
            <a:ext cx="1291256" cy="1291368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4537236" y="1881785"/>
            <a:ext cx="1291256" cy="1291368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4537236" y="1881785"/>
            <a:ext cx="1291256" cy="1291368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6363508" y="1881784"/>
            <a:ext cx="1291256" cy="129136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6363508" y="1881784"/>
            <a:ext cx="1291256" cy="1291368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4537236" y="3707898"/>
            <a:ext cx="1291256" cy="1291368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4537236" y="3707898"/>
            <a:ext cx="1291256" cy="1291368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6363507" y="3707897"/>
            <a:ext cx="1291256" cy="1291368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6363507" y="3707897"/>
            <a:ext cx="1291256" cy="1291368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4822999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6649270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4823000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6649271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417570" y="1692446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5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417347" y="3518554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3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8076898" y="1692446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1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8076674" y="3518553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2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1614416"/>
            <a:ext cx="350759" cy="1826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0" y="3440528"/>
            <a:ext cx="350759" cy="1826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1841242" y="1614408"/>
            <a:ext cx="350759" cy="1826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841241" y="3440520"/>
            <a:ext cx="350759" cy="1826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18936" y="5528338"/>
            <a:ext cx="10801146" cy="6692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814955" y="543232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03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8"/>
          <p:cNvSpPr/>
          <p:nvPr userDrawn="1"/>
        </p:nvSpPr>
        <p:spPr>
          <a:xfrm>
            <a:off x="4175620" y="1825776"/>
            <a:ext cx="3840761" cy="3846189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6119715" y="1825775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6015041" y="3670625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4169858" y="3565968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4274697" y="1720408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8106398" y="2468358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8106398" y="1851330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8106398" y="4658601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8106398" y="4041574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424878" y="2477725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424878" y="1860698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4878" y="4667969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24878" y="4050941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4655715" y="3445426"/>
            <a:ext cx="2850563" cy="515469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133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6963291" y="2215289"/>
            <a:ext cx="900178" cy="90010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7195999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966172" y="4458922"/>
            <a:ext cx="900178" cy="90010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7198880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362995" y="4458922"/>
            <a:ext cx="900178" cy="90010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4595703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4362995" y="2215289"/>
            <a:ext cx="900178" cy="90010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4595703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8177125" y="241357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7125" y="4592064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849098" y="460606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849098" y="2408923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58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ドーナツ 7"/>
          <p:cNvSpPr/>
          <p:nvPr userDrawn="1"/>
        </p:nvSpPr>
        <p:spPr>
          <a:xfrm>
            <a:off x="2528604" y="1447543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4736617" y="2156346"/>
            <a:ext cx="2717708" cy="2789393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7454325" y="2977198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8803786" y="1317168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564629" y="1592484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9790844" y="3233872"/>
            <a:ext cx="2147433" cy="2204076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208519" y="3242191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334757" y="5331725"/>
            <a:ext cx="5527957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40119" y="327511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871653" y="2306745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572754" y="4101393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47780" y="2306745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757580" y="3692502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9168021" y="2185628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0149663" y="4078176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9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7209538" y="3040746"/>
            <a:ext cx="2194268" cy="2194077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1683533" y="1924353"/>
            <a:ext cx="554347" cy="5542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95225" y="1845924"/>
            <a:ext cx="793652" cy="7935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720123" y="2062238"/>
            <a:ext cx="2750695" cy="2750457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2749637" y="1744130"/>
            <a:ext cx="2194268" cy="2194077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877344" y="3393611"/>
            <a:ext cx="1744586" cy="1748975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92051" y="2189233"/>
            <a:ext cx="1744586" cy="1748975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0109020" y="3013527"/>
            <a:ext cx="1849521" cy="184936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541947" y="1632580"/>
            <a:ext cx="2014029" cy="2013854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285128" y="3505084"/>
            <a:ext cx="866321" cy="8662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4081856" y="3938207"/>
            <a:ext cx="676409" cy="6763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833395" y="1929359"/>
            <a:ext cx="793652" cy="7935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1083397" y="2362358"/>
            <a:ext cx="277173" cy="27714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1340954" y="1539210"/>
            <a:ext cx="549846" cy="54979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548961" y="4446207"/>
            <a:ext cx="696439" cy="6963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0383943" y="1738687"/>
            <a:ext cx="629679" cy="6296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7470818" y="2561025"/>
            <a:ext cx="452541" cy="4525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2375224" y="2312541"/>
            <a:ext cx="277173" cy="27714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9222250" y="3981997"/>
            <a:ext cx="529775" cy="5297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612457" y="4318642"/>
            <a:ext cx="529775" cy="5297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39599" y="272192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4943905" y="3151701"/>
            <a:ext cx="226563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948091" y="2062238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825692" y="2492014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7422659" y="3363291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300261" y="3793067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877344" y="399619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92051" y="278482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8626300" y="2361641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0114294" y="3670796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199834" y="5331725"/>
            <a:ext cx="9783595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31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51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5199275" y="2236384"/>
            <a:ext cx="1792391" cy="303642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876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88556"/>
            <a:fld id="{E365C9E1-6621-4182-8902-0F26D3A31514}" type="datetimeFigureOut">
              <a:rPr kumimoji="1" lang="en-US" sz="2133" smtClean="0">
                <a:solidFill>
                  <a:srgbClr val="1C1C1C"/>
                </a:solidFill>
              </a:rPr>
              <a:pPr defTabSz="1088556"/>
              <a:t>3/14/2025</a:t>
            </a:fld>
            <a:endParaRPr kumimoji="1" lang="en-US" sz="2133">
              <a:solidFill>
                <a:srgbClr val="1C1C1C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88556"/>
            <a:endParaRPr kumimoji="1" lang="en-US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88556"/>
            <a:fld id="{9242A718-4B6A-426C-87B0-EDD8B353F2B9}" type="slidenum">
              <a:rPr kumimoji="1" 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522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200177"/>
            <a:ext cx="12192000" cy="775778"/>
          </a:xfrm>
          <a:prstGeom prst="rect">
            <a:avLst/>
          </a:prstGeom>
        </p:spPr>
        <p:txBody>
          <a:bodyPr vert="horz" lIns="137151" tIns="68575" rIns="137151" bIns="68575" rtlCol="0" anchor="ctr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674156-3125-48CE-B7AD-16F5FF6CA05A}"/>
              </a:ext>
            </a:extLst>
          </p:cNvPr>
          <p:cNvSpPr/>
          <p:nvPr userDrawn="1"/>
        </p:nvSpPr>
        <p:spPr>
          <a:xfrm>
            <a:off x="0" y="6597352"/>
            <a:ext cx="12192000" cy="2606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BEA53C6E-B822-48C1-AE43-123E9E431F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0" y="1005382"/>
            <a:ext cx="12192000" cy="419379"/>
          </a:xfrm>
          <a:prstGeom prst="rect">
            <a:avLst/>
          </a:prstGeom>
        </p:spPr>
        <p:txBody>
          <a:bodyPr anchor="ctr"/>
          <a:lstStyle>
            <a:lvl1pPr marL="0" marR="0" indent="0" algn="ctr" defTabSz="914385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385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Subtitle in this line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5849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433195" y="1940835"/>
            <a:ext cx="4512761" cy="4512369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34860" y="1508786"/>
            <a:ext cx="960190" cy="960107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5063144" y="4511094"/>
            <a:ext cx="624123" cy="624069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052119" y="5301210"/>
            <a:ext cx="935533" cy="935451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406874" y="1508786"/>
            <a:ext cx="816161" cy="960107"/>
          </a:xfrm>
        </p:spPr>
        <p:txBody>
          <a:bodyPr anchor="ctr">
            <a:noAutofit/>
          </a:bodyPr>
          <a:lstStyle>
            <a:lvl1pPr algn="ctr">
              <a:defRPr sz="3601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2305423" y="3429250"/>
            <a:ext cx="768309" cy="76824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77158" y="4293096"/>
            <a:ext cx="4224835" cy="672075"/>
          </a:xfrm>
        </p:spPr>
        <p:txBody>
          <a:bodyPr anchor="ctr">
            <a:normAutofit/>
          </a:bodyPr>
          <a:lstStyle>
            <a:lvl1pPr algn="ctr">
              <a:defRPr sz="2933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288037" y="5532123"/>
            <a:ext cx="790183" cy="790115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391070" y="1248654"/>
            <a:ext cx="528104" cy="528058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098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8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1049009" name="Content Placeholder 2"/>
          <p:cNvSpPr>
            <a:spLocks noGrp="1"/>
          </p:cNvSpPr>
          <p:nvPr>
            <p:ph idx="1"/>
          </p:nvPr>
        </p:nvSpPr>
        <p:spPr>
          <a:xfrm>
            <a:off x="2639616" y="1316766"/>
            <a:ext cx="921702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1049010" name="Content Placeholder 2"/>
          <p:cNvSpPr>
            <a:spLocks noGrp="1"/>
          </p:cNvSpPr>
          <p:nvPr>
            <p:ph idx="10"/>
          </p:nvPr>
        </p:nvSpPr>
        <p:spPr>
          <a:xfrm>
            <a:off x="2653408" y="2218994"/>
            <a:ext cx="921702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3737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479763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56">
            <a:extLst>
              <a:ext uri="{FF2B5EF4-FFF2-40B4-BE49-F238E27FC236}">
                <a16:creationId xmlns:a16="http://schemas.microsoft.com/office/drawing/2014/main" id="{F97109D2-AF55-4C66-8EC9-26DF858683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96902" y="1552394"/>
            <a:ext cx="2800402" cy="280040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5800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5354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title"/>
          </p:nvPr>
        </p:nvSpPr>
        <p:spPr>
          <a:xfrm>
            <a:off x="3245508" y="578507"/>
            <a:ext cx="7940660" cy="763525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48767" name="Content Placeholder 2"/>
          <p:cNvSpPr>
            <a:spLocks noGrp="1"/>
          </p:cNvSpPr>
          <p:nvPr>
            <p:ph idx="1"/>
          </p:nvPr>
        </p:nvSpPr>
        <p:spPr>
          <a:xfrm>
            <a:off x="3245508" y="1598079"/>
            <a:ext cx="7940660" cy="4681415"/>
          </a:xfrm>
        </p:spPr>
        <p:txBody>
          <a:bodyPr/>
          <a:lstStyle>
            <a:lvl1pPr>
              <a:defRPr sz="3733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88556"/>
            <a:fld id="{53074F12-AA26-4AC8-9962-C36BB8F32554}" type="datetimeFigureOut">
              <a:rPr kumimoji="1" lang="en-US" sz="2133" smtClean="0">
                <a:solidFill>
                  <a:srgbClr val="1C1C1C"/>
                </a:solidFill>
              </a:rPr>
              <a:pPr defTabSz="1088556"/>
              <a:t>3/14/2025</a:t>
            </a:fld>
            <a:endParaRPr kumimoji="1" lang="en-US" sz="2133">
              <a:solidFill>
                <a:srgbClr val="1C1C1C"/>
              </a:solidFill>
            </a:endParaRPr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88556"/>
            <a:endParaRPr kumimoji="1" 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88556"/>
            <a:fld id="{B82CCC60-E8CD-4174-8B1A-7DF615B22EEF}" type="slidenum">
              <a:rPr kumimoji="1" 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175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3300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1461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3173"/>
            <a:ext cx="10515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88556"/>
            <a:r>
              <a:rPr kumimoji="1" lang="en-US" sz="2133" smtClean="0">
                <a:solidFill>
                  <a:srgbClr val="1C1C1C"/>
                </a:solidFill>
              </a:rPr>
              <a:t>your date here</a:t>
            </a:r>
            <a:endParaRPr kumimoji="1" lang="en-US" sz="2133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88556"/>
            <a:r>
              <a:rPr kumimoji="1" lang="en-US" smtClean="0">
                <a:solidFill>
                  <a:srgbClr val="1C1C1C">
                    <a:tint val="75000"/>
                  </a:srgbClr>
                </a:solidFill>
              </a:rPr>
              <a:t>större - a multipurpose PowerPoint template</a:t>
            </a:r>
            <a:endParaRPr kumimoji="1" lang="en-US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88556"/>
            <a:fld id="{6E18DBF4-37B7-4C4F-9728-A1C100B177EE}" type="slidenum">
              <a:rPr kumimoji="1" 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en-US">
              <a:solidFill>
                <a:prstClr val="white"/>
              </a:solidFill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0" name="Rectangle 19"/>
          <p:cNvSpPr/>
          <p:nvPr userDrawn="1"/>
        </p:nvSpPr>
        <p:spPr>
          <a:xfrm>
            <a:off x="5" y="-9732"/>
            <a:ext cx="12191999" cy="1181307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3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244373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82193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718936" y="2852936"/>
            <a:ext cx="10801146" cy="220824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814955" y="275692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36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777225" y="2340178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854950" y="2417910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2497201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967985"/>
            <a:ext cx="9292823" cy="215188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313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777225" y="196204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854950" y="203977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8" y="2119070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589855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6277591" y="1959983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6355316" y="203771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849184" y="211700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306567" y="2587790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139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1876403"/>
            <a:ext cx="6443876" cy="2208245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5748124" y="2202047"/>
            <a:ext cx="6443876" cy="2208245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56641" y="2069094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710601" y="2403572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4074294"/>
            <a:ext cx="6468055" cy="79353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5721828" y="2133277"/>
            <a:ext cx="6470171" cy="79353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3025" y="4232388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703501" y="4486492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708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777225" y="4560709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854950" y="4638441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717732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5188517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332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776469" y="4564592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854195" y="464232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348062" y="4721615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805445" y="519239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496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6248557" y="1615605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6326282" y="169333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820149" y="1772628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7277533" y="2243412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6248557" y="389229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6326282" y="397002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820149" y="4049320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277533" y="4520105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158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04798"/>
            <a:ext cx="12191999" cy="358164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438176"/>
            <a:ext cx="10801146" cy="79329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34216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431696"/>
            <a:ext cx="12192000" cy="76441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211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4655715" y="1604797"/>
            <a:ext cx="7536285" cy="31203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1604797"/>
            <a:ext cx="4655715" cy="31203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18936" y="1844824"/>
            <a:ext cx="3600712" cy="2688299"/>
          </a:xfrm>
        </p:spPr>
        <p:txBody>
          <a:bodyPr anchor="b">
            <a:normAutofit/>
          </a:bodyPr>
          <a:lstStyle>
            <a:lvl1pPr algn="r">
              <a:defRPr sz="2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265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4797"/>
            <a:ext cx="2975383" cy="3120347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2975383" y="1604797"/>
            <a:ext cx="5713129" cy="3120347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8688512" y="1604797"/>
            <a:ext cx="3503487" cy="312034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1" y="4725144"/>
            <a:ext cx="2975940" cy="960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975940" y="4725144"/>
            <a:ext cx="5712500" cy="96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8688512" y="4725144"/>
            <a:ext cx="3503487" cy="96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03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4051237" y="2022707"/>
            <a:ext cx="1578183" cy="157804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6671177" y="2022706"/>
            <a:ext cx="1578183" cy="157804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9291117" y="2022706"/>
            <a:ext cx="1578183" cy="15780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429401" y="2022705"/>
            <a:ext cx="1578183" cy="157804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3949628" y="1954974"/>
            <a:ext cx="1578183" cy="157804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6569568" y="1954973"/>
            <a:ext cx="1578183" cy="15780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円/楕円 50"/>
          <p:cNvSpPr/>
          <p:nvPr userDrawn="1"/>
        </p:nvSpPr>
        <p:spPr>
          <a:xfrm>
            <a:off x="9189508" y="1954972"/>
            <a:ext cx="1578183" cy="15780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327792" y="1954972"/>
            <a:ext cx="1578183" cy="1578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996939" y="1988842"/>
            <a:ext cx="1578183" cy="15780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16879" y="1988842"/>
            <a:ext cx="1578183" cy="15780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9236819" y="1988841"/>
            <a:ext cx="1578183" cy="15780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375103" y="1988840"/>
            <a:ext cx="1578183" cy="157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4503319" y="2495179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23260" y="2495178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9743199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1881483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36417" y="3667685"/>
            <a:ext cx="245555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25527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083980" y="419574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538839" y="3666122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546099" y="4252357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3704552" y="4194181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63041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166671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6325124" y="419574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787242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87242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8945696" y="419574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12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5164467" y="1887240"/>
            <a:ext cx="1967237" cy="19670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8605058" y="1887240"/>
            <a:ext cx="1967237" cy="1967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723876" y="1887238"/>
            <a:ext cx="1967237" cy="19670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5062858" y="1819507"/>
            <a:ext cx="1967237" cy="19670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8503449" y="1819506"/>
            <a:ext cx="1967237" cy="1967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622267" y="1819505"/>
            <a:ext cx="1967237" cy="19670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110169" y="1853376"/>
            <a:ext cx="1967237" cy="196706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8550760" y="1853375"/>
            <a:ext cx="1967237" cy="1967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9578" y="1853374"/>
            <a:ext cx="1967237" cy="19670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6105" y="3904247"/>
            <a:ext cx="30907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4151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77508" y="443230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534794" y="3902684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536625" y="4488919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039982" y="443074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975277" y="3904247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973478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8476836" y="443230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714199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157881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601563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858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59328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4424027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825130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60119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4431936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825921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13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91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円/楕円 38"/>
          <p:cNvSpPr/>
          <p:nvPr userDrawn="1"/>
        </p:nvSpPr>
        <p:spPr>
          <a:xfrm>
            <a:off x="4198704" y="4487658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1378735" y="2148031"/>
            <a:ext cx="3373912" cy="33736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977278" y="254330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>
            <a:off x="1269469" y="2065267"/>
            <a:ext cx="3373912" cy="337361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78735" y="2148031"/>
            <a:ext cx="3277893" cy="327760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514564" y="2052020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433368" y="2083891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4867212" y="423155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5341171" y="2853952"/>
            <a:ext cx="5822435" cy="257801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5437190" y="273169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341171" y="2086482"/>
            <a:ext cx="5822435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071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2972488" y="2275085"/>
            <a:ext cx="2681623" cy="268139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1630623" y="4043348"/>
            <a:ext cx="1944955" cy="194478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246536" y="1861776"/>
            <a:ext cx="2053478" cy="20532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4784115" y="4840556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049571" y="4110206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178797" y="1790262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920134" y="2218873"/>
            <a:ext cx="2651041" cy="2650811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606675" y="4012103"/>
            <a:ext cx="1895548" cy="189538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602682" y="3544278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円/楕円 32"/>
          <p:cNvSpPr/>
          <p:nvPr userDrawn="1"/>
        </p:nvSpPr>
        <p:spPr>
          <a:xfrm>
            <a:off x="1376435" y="3771059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円/楕円 33"/>
          <p:cNvSpPr/>
          <p:nvPr userDrawn="1"/>
        </p:nvSpPr>
        <p:spPr>
          <a:xfrm>
            <a:off x="4245655" y="523727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6109413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6187138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681005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138389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6109413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6187138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681005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138389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19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6443807" y="1624809"/>
            <a:ext cx="1170920" cy="117081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696748" y="3947886"/>
            <a:ext cx="1170920" cy="117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6347074" y="2417828"/>
            <a:ext cx="5844927" cy="250251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3976" y="4342259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847771"/>
            <a:ext cx="4058079" cy="141272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099170" y="179797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339890" y="4978398"/>
            <a:ext cx="5175776" cy="108857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755009"/>
            <a:ext cx="5844927" cy="250251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360470" y="4782456"/>
            <a:ext cx="672555" cy="67249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7444284" y="1245020"/>
            <a:ext cx="585460" cy="58540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4257525"/>
            <a:ext cx="5844927" cy="628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6347074" y="2354618"/>
            <a:ext cx="5844927" cy="628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7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74523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811231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743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74523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74523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68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465581" y="4321975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242477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901937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45369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519683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4521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45369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45369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3123376" y="3707015"/>
            <a:ext cx="688391" cy="68833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804659" y="4343357"/>
            <a:ext cx="270677" cy="27065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905020" y="1877068"/>
            <a:ext cx="2775610" cy="27753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4615" y="193263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795754" y="1794303"/>
            <a:ext cx="2775610" cy="27753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886260" y="1877067"/>
            <a:ext cx="2696619" cy="269638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418597" y="1480280"/>
            <a:ext cx="377157" cy="3771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61262" y="4785754"/>
            <a:ext cx="377590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3242" y="5201608"/>
            <a:ext cx="3431947" cy="382623"/>
          </a:xfrm>
        </p:spPr>
        <p:txBody>
          <a:bodyPr anchor="t">
            <a:noAutofit/>
          </a:bodyPr>
          <a:lstStyle>
            <a:lvl1pPr algn="ctr">
              <a:defRPr sz="1333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124188" y="1671101"/>
            <a:ext cx="375231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141845" y="2257337"/>
            <a:ext cx="3724726" cy="144967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4237864" y="2199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4237864" y="3842550"/>
            <a:ext cx="552844" cy="552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4323138" y="3927817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4237863" y="4554531"/>
            <a:ext cx="552844" cy="5527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4323137" y="4639799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237864" y="5266513"/>
            <a:ext cx="552844" cy="5527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4323138" y="5351781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4790708" y="3878922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4790708" y="4590903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4790708" y="5302885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7986229" y="1668842"/>
            <a:ext cx="3374611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099905" y="219690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7979723" y="2404053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8066814" y="2804650"/>
            <a:ext cx="3425697" cy="287203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979723" y="3275051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8066814" y="3675649"/>
            <a:ext cx="3425697" cy="287203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979723" y="4146050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8066814" y="4546647"/>
            <a:ext cx="3425697" cy="287203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7979723" y="5017049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8066814" y="5417646"/>
            <a:ext cx="3425697" cy="287203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80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3689249"/>
            <a:ext cx="12192000" cy="9071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339" y="3689249"/>
            <a:ext cx="1914789" cy="907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0293515" y="3689247"/>
            <a:ext cx="1898486" cy="907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7527983" y="3689247"/>
            <a:ext cx="2774219" cy="907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4698984" y="3689247"/>
            <a:ext cx="2774219" cy="90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924765" y="3689248"/>
            <a:ext cx="2774219" cy="90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715910" y="3531405"/>
            <a:ext cx="406435" cy="406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495766" y="3531405"/>
            <a:ext cx="406435" cy="40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286275" y="3531405"/>
            <a:ext cx="406435" cy="40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0073260" y="3531405"/>
            <a:ext cx="406435" cy="40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104213" y="3023163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02904" y="2568384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02904" y="1619312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8914" y="252592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884069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82761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3618770" y="4919142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182761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674578" y="3008648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973270" y="2553869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973270" y="1604798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6409279" y="251140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477993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776684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212694" y="4919142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76684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56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392594" y="3606090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3948192"/>
            <a:ext cx="418276" cy="304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25748" y="2982608"/>
            <a:ext cx="1271293" cy="30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円/楕円 36"/>
          <p:cNvSpPr/>
          <p:nvPr userDrawn="1"/>
        </p:nvSpPr>
        <p:spPr>
          <a:xfrm>
            <a:off x="676719" y="2277536"/>
            <a:ext cx="169348" cy="1693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605769" y="3823734"/>
            <a:ext cx="279422" cy="2793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885191" y="3948192"/>
            <a:ext cx="1697367" cy="30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2558131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2291285" y="4910233"/>
            <a:ext cx="1271293" cy="304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2842257" y="5476454"/>
            <a:ext cx="169348" cy="1693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円/楕円 47"/>
          <p:cNvSpPr/>
          <p:nvPr userDrawn="1"/>
        </p:nvSpPr>
        <p:spPr>
          <a:xfrm>
            <a:off x="2774518" y="3823072"/>
            <a:ext cx="279422" cy="2793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正方形/長方形 48"/>
          <p:cNvSpPr/>
          <p:nvPr userDrawn="1"/>
        </p:nvSpPr>
        <p:spPr>
          <a:xfrm>
            <a:off x="3053940" y="3947533"/>
            <a:ext cx="1697367" cy="30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4726880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4460034" y="2985489"/>
            <a:ext cx="1271293" cy="304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5011006" y="2280417"/>
            <a:ext cx="169348" cy="1693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4947484" y="3823734"/>
            <a:ext cx="279422" cy="2793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5226906" y="3948192"/>
            <a:ext cx="1697367" cy="304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6899846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6633000" y="4910233"/>
            <a:ext cx="1271293" cy="304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7183971" y="5476454"/>
            <a:ext cx="169348" cy="169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7116233" y="3823072"/>
            <a:ext cx="279422" cy="2793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正方形/長方形 60"/>
          <p:cNvSpPr/>
          <p:nvPr userDrawn="1"/>
        </p:nvSpPr>
        <p:spPr>
          <a:xfrm>
            <a:off x="7395655" y="3947533"/>
            <a:ext cx="1697367" cy="304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9068595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8801748" y="2985489"/>
            <a:ext cx="1271293" cy="3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円/楕円 63"/>
          <p:cNvSpPr/>
          <p:nvPr userDrawn="1"/>
        </p:nvSpPr>
        <p:spPr>
          <a:xfrm>
            <a:off x="9352720" y="2280417"/>
            <a:ext cx="169348" cy="1693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9286174" y="3823734"/>
            <a:ext cx="279422" cy="27939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519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8967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985155" y="261905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9444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20997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1445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5309935" y="261905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1922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550722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555209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9650686" y="2619056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5997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053940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058427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3153904" y="486053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2346262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398137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402624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7498100" y="4860535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6690458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9565595" y="3948191"/>
            <a:ext cx="2626405" cy="304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62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2517304"/>
            <a:ext cx="12191999" cy="12985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二等辺三角形 7"/>
          <p:cNvSpPr/>
          <p:nvPr userDrawn="1"/>
        </p:nvSpPr>
        <p:spPr>
          <a:xfrm>
            <a:off x="5362892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2336060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二等辺三角形 7"/>
          <p:cNvSpPr/>
          <p:nvPr userDrawn="1"/>
        </p:nvSpPr>
        <p:spPr>
          <a:xfrm>
            <a:off x="7236329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4209497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二等辺三角形 7"/>
          <p:cNvSpPr/>
          <p:nvPr userDrawn="1"/>
        </p:nvSpPr>
        <p:spPr>
          <a:xfrm>
            <a:off x="9109767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6082934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二等辺三角形 7"/>
          <p:cNvSpPr/>
          <p:nvPr userDrawn="1"/>
        </p:nvSpPr>
        <p:spPr>
          <a:xfrm>
            <a:off x="10983204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7956372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二等辺三角形 7"/>
          <p:cNvSpPr/>
          <p:nvPr userDrawn="1"/>
        </p:nvSpPr>
        <p:spPr>
          <a:xfrm>
            <a:off x="3489455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462623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4780193"/>
            <a:ext cx="10801146" cy="11706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4955" y="468418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2412195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4285632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6159069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8032507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538758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11637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2993718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487106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6748407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8625751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72159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3136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554047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934970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731586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969677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173582" y="4363360"/>
            <a:ext cx="2304192" cy="502708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2554381" y="4363360"/>
            <a:ext cx="2304192" cy="502708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9696778" y="4363360"/>
            <a:ext cx="2304192" cy="502708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7315980" y="4363360"/>
            <a:ext cx="2304192" cy="502708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4935068" y="4363360"/>
            <a:ext cx="2304192" cy="502708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32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1844824"/>
            <a:ext cx="4753324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平行四辺形 11"/>
          <p:cNvSpPr/>
          <p:nvPr userDrawn="1"/>
        </p:nvSpPr>
        <p:spPr>
          <a:xfrm>
            <a:off x="1200104" y="2564904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82310" y="1964837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2400208" y="3653025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平行四辺形 22"/>
          <p:cNvSpPr/>
          <p:nvPr userDrawn="1"/>
        </p:nvSpPr>
        <p:spPr>
          <a:xfrm>
            <a:off x="3599122" y="4741146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1200104" y="2932945"/>
            <a:ext cx="4753324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2400209" y="4021065"/>
            <a:ext cx="4753324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3599122" y="5109187"/>
            <a:ext cx="4753324" cy="72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81474" y="3052958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2681711" y="4141079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3022" y="5229200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9743" y="1778951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400456" y="5047088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999981" y="2866576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231293" y="3955193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898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19817" y="5651836"/>
            <a:ext cx="4451740" cy="4802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3951593" y="4430292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3951593" y="4430291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6538285" y="3208747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38284" y="3208746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9124977" y="1987203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16"/>
          <p:cNvSpPr/>
          <p:nvPr userDrawn="1"/>
        </p:nvSpPr>
        <p:spPr>
          <a:xfrm>
            <a:off x="9124977" y="1987202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4591374" y="4910580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00ACE2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0ACE2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7178489" y="3689036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87C32F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87C32F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9765607" y="2467492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FD497C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FD497C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6081211" y="4430291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6"/>
          <p:cNvSpPr/>
          <p:nvPr userDrawn="1"/>
        </p:nvSpPr>
        <p:spPr>
          <a:xfrm>
            <a:off x="3483242" y="5651836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26"/>
          <p:cNvSpPr/>
          <p:nvPr userDrawn="1"/>
        </p:nvSpPr>
        <p:spPr>
          <a:xfrm>
            <a:off x="8668482" y="3205702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15860" y="4329480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6481" y="4833243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501015" y="476830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1736" y="3112336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12356" y="3616098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4106891" y="3551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10415" y="1886392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01035" y="2390154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6695569" y="232521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28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4024165" y="2092719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2258787" y="3387727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640568" y="346508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385590" y="355222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509245" y="4682737"/>
            <a:ext cx="4002631" cy="605404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60188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1493180" y="8014598"/>
            <a:ext cx="997539" cy="1690186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2116300" y="1643371"/>
            <a:ext cx="6582505" cy="48746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4072367" y="4848671"/>
            <a:ext cx="273562" cy="273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1" name="円/楕円 100"/>
          <p:cNvSpPr/>
          <p:nvPr userDrawn="1"/>
        </p:nvSpPr>
        <p:spPr>
          <a:xfrm>
            <a:off x="7588032" y="2258651"/>
            <a:ext cx="273562" cy="273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91027" y="476009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36048" y="484723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5830199" y="3553661"/>
            <a:ext cx="273562" cy="273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405947" y="2170079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50968" y="2257211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154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2273935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3181195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4088455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995715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2133836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3042255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950674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859092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9915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028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176817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267543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358269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48995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520635" y="539721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1628080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2536498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444917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353336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1105" y="5261754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5077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776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831177" y="527501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831177" y="4364761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831177" y="1633997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831177" y="2544252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831177" y="345450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0705880" y="1721621"/>
            <a:ext cx="552048" cy="5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0705880" y="2631537"/>
            <a:ext cx="552048" cy="5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0705880" y="3541791"/>
            <a:ext cx="552048" cy="55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0705880" y="4452385"/>
            <a:ext cx="552048" cy="5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B143DD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0705880" y="5362641"/>
            <a:ext cx="552048" cy="55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615536" y="1637991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4615536" y="2548246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615536" y="345850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15536" y="4368755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15536" y="527901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923547" y="1721283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923547" y="263153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923547" y="536230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923547" y="354179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923547" y="445204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20532" y="1815608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20532" y="5456627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120532" y="2725862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120532" y="3636116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120532" y="4546371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037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909455"/>
            <a:ext cx="12193058" cy="1736436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662013" y="442438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306141" y="3373548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4950268" y="4074104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6594395" y="3023270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8238523" y="3723826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882650" y="267299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651682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746704" y="4509065"/>
            <a:ext cx="304826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3390832" y="3458231"/>
            <a:ext cx="304826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4959" y="4158787"/>
            <a:ext cx="304826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679086" y="3107953"/>
            <a:ext cx="304826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323214" y="3808509"/>
            <a:ext cx="304826" cy="3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9967341" y="2757675"/>
            <a:ext cx="304826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52705" y="4999454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46934" y="5503217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18904" y="543827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179734" y="277797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173962" y="190518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2445932" y="2757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54249" y="4658522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848477" y="5162285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4120447" y="509734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475849" y="247341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470078" y="160062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5742048" y="245311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133266" y="4299008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7127494" y="4802770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7399464" y="4737832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64104" y="2112953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58332" y="1240163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9030303" y="2092658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1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>
            <a:off x="5941698" y="2849639"/>
            <a:ext cx="1166081" cy="116598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5941696" y="2849639"/>
            <a:ext cx="1166081" cy="116598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5941698" y="1683659"/>
            <a:ext cx="1166081" cy="116598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00ACE2">
                  <a:lumMod val="75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5941748" y="4015569"/>
            <a:ext cx="1165980" cy="11660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5941749" y="4015568"/>
            <a:ext cx="1165980" cy="11660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7107830" y="4015569"/>
            <a:ext cx="1165980" cy="1166081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4775615" y="4015620"/>
            <a:ext cx="1166081" cy="116598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直角三角形 16"/>
          <p:cNvSpPr/>
          <p:nvPr userDrawn="1"/>
        </p:nvSpPr>
        <p:spPr>
          <a:xfrm>
            <a:off x="4775616" y="4015621"/>
            <a:ext cx="1166081" cy="11659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4775615" y="5181601"/>
            <a:ext cx="1166081" cy="116598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4775664" y="2849590"/>
            <a:ext cx="1165980" cy="1166081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4775663" y="2849591"/>
            <a:ext cx="1165980" cy="1166081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3609582" y="2849590"/>
            <a:ext cx="1165980" cy="1166081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6168437" y="3550362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6168427" y="424705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5427390" y="4247048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5412583" y="356516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599178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99178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57311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857311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141647" y="2873826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41648" y="3265715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989123" y="5225143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989124" y="5617033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55853" y="4108913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12883" y="4500803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07421" y="1733189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664451" y="2125079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110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483957" y="1988581"/>
            <a:ext cx="11708043" cy="1650504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325279" y="2909557"/>
            <a:ext cx="11866721" cy="888193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483957" y="3989855"/>
            <a:ext cx="11708043" cy="1650504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325279" y="3831191"/>
            <a:ext cx="11866721" cy="888193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7199748" y="2220269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7199748" y="3138210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99748" y="4047801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199748" y="4957392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715354" y="2032666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715354" y="2962109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715354" y="38790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715354" y="47963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94931" y="2014562"/>
            <a:ext cx="4560902" cy="147542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4931" y="4211308"/>
            <a:ext cx="4560902" cy="170323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54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5950263" y="2692400"/>
            <a:ext cx="91932" cy="4165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6149804" y="2190480"/>
            <a:ext cx="91932" cy="46675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6349344" y="3326113"/>
            <a:ext cx="91934" cy="35318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750722" y="4895273"/>
            <a:ext cx="91933" cy="196272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5551182" y="3790920"/>
            <a:ext cx="90826" cy="30670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48886" y="4461746"/>
            <a:ext cx="91932" cy="23962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3894768" y="870805"/>
            <a:ext cx="91201" cy="5001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747465" y="2983785"/>
            <a:ext cx="775922" cy="7758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2463512" y="1848153"/>
            <a:ext cx="775922" cy="7758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771260" y="4119419"/>
            <a:ext cx="775922" cy="7758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565276" y="3448592"/>
            <a:ext cx="775922" cy="7758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8957360" y="2350072"/>
            <a:ext cx="775922" cy="775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9345321" y="4547113"/>
            <a:ext cx="775922" cy="7758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4506565" y="2418693"/>
            <a:ext cx="91201" cy="41773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4638969" y="678913"/>
            <a:ext cx="91200" cy="31143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7451124" y="1191539"/>
            <a:ext cx="91200" cy="30929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8085623" y="1256479"/>
            <a:ext cx="91200" cy="5160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7567273" y="3072889"/>
            <a:ext cx="91200" cy="3724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6150532" y="2190475"/>
            <a:ext cx="91200" cy="9120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6350074" y="3326111"/>
            <a:ext cx="91200" cy="91208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6549615" y="4461741"/>
            <a:ext cx="91200" cy="91208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5550804" y="3790916"/>
            <a:ext cx="91200" cy="9120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5950267" y="2692395"/>
            <a:ext cx="91200" cy="91208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5751539" y="4889435"/>
            <a:ext cx="91200" cy="91208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2666712" y="2051335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9160559" y="255325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950664" y="3186967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974459" y="4322601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0768476" y="365177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9548520" y="475029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39435" y="1764679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3237897" y="2307114"/>
            <a:ext cx="2513639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529692" y="2901480"/>
            <a:ext cx="3735493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528153" y="3443914"/>
            <a:ext cx="3746268" cy="610849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548720" y="4037112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547182" y="4579547"/>
            <a:ext cx="2782663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555813" y="2271802"/>
            <a:ext cx="2401547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548886" y="2783600"/>
            <a:ext cx="2408474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835502" y="3339098"/>
            <a:ext cx="3704195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24817" y="3850897"/>
            <a:ext cx="3714880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833456" y="4468842"/>
            <a:ext cx="249303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826265" y="4980640"/>
            <a:ext cx="2500227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982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167542" y="4019490"/>
            <a:ext cx="1113281" cy="1113185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911178" y="2464344"/>
            <a:ext cx="1113281" cy="1113185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6911178" y="4019490"/>
            <a:ext cx="1113281" cy="1113185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4167542" y="2464344"/>
            <a:ext cx="1113281" cy="1113185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539360" y="4850284"/>
            <a:ext cx="1113281" cy="1113185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539360" y="1652302"/>
            <a:ext cx="1113281" cy="1113185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927234" y="2639371"/>
            <a:ext cx="2337532" cy="2337329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738395" y="171349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38395" y="221725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8835164" y="215231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738395" y="323020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738395" y="373396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835164" y="36690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738395" y="4746915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738395" y="525067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8835164" y="5185739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1942" y="171562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78272" y="221938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32985" y="2154444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91942" y="3232329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78272" y="373609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432985" y="3671154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1942" y="474904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478272" y="5252803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432985" y="518786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6744890" y="1726795"/>
            <a:ext cx="1888169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8212328" y="3365455"/>
            <a:ext cx="425666" cy="389796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3764365" y="5215467"/>
            <a:ext cx="1780574" cy="603973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3696626" y="3686629"/>
            <a:ext cx="735454" cy="290285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3720818" y="2140858"/>
            <a:ext cx="774163" cy="280609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7994375" y="5176762"/>
            <a:ext cx="638684" cy="127294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5882757" y="1974349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7264766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7264766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5882757" y="5191693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4515332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4515332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5143774" y="3106058"/>
            <a:ext cx="1901104" cy="1441751"/>
          </a:xfrm>
        </p:spPr>
        <p:txBody>
          <a:bodyPr anchor="ctr">
            <a:noAutofit/>
          </a:bodyPr>
          <a:lstStyle>
            <a:lvl1pPr algn="ctr">
              <a:defRPr sz="24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557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3440524"/>
            <a:ext cx="5182864" cy="1826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1614416"/>
            <a:ext cx="5182864" cy="1826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7009136" y="3440522"/>
            <a:ext cx="5182864" cy="18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6476154" y="3707892"/>
            <a:ext cx="1291256" cy="1291368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7009136" y="1614412"/>
            <a:ext cx="5182864" cy="1826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6476154" y="1881780"/>
            <a:ext cx="1291256" cy="12913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4425837" y="3707892"/>
            <a:ext cx="1291256" cy="1291368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4425837" y="1881780"/>
            <a:ext cx="1291256" cy="1291368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4537236" y="1881785"/>
            <a:ext cx="1291256" cy="1291368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4537236" y="1881785"/>
            <a:ext cx="1291256" cy="1291368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6363508" y="1881784"/>
            <a:ext cx="1291256" cy="129136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6363508" y="1881784"/>
            <a:ext cx="1291256" cy="1291368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4537236" y="3707898"/>
            <a:ext cx="1291256" cy="1291368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4537236" y="3707898"/>
            <a:ext cx="1291256" cy="1291368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6363507" y="3707897"/>
            <a:ext cx="1291256" cy="1291368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6363507" y="3707897"/>
            <a:ext cx="1291256" cy="1291368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4822999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6649270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4823000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6649271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417570" y="1692446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5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417347" y="3518554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3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8076898" y="1692446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1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8076674" y="3518553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2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1614416"/>
            <a:ext cx="350759" cy="1826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0" y="3440528"/>
            <a:ext cx="350759" cy="1826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1841242" y="1614408"/>
            <a:ext cx="350759" cy="1826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841241" y="3440520"/>
            <a:ext cx="350759" cy="1826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18936" y="5528338"/>
            <a:ext cx="10801146" cy="6692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814955" y="543232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07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8"/>
          <p:cNvSpPr/>
          <p:nvPr userDrawn="1"/>
        </p:nvSpPr>
        <p:spPr>
          <a:xfrm>
            <a:off x="4175620" y="1825776"/>
            <a:ext cx="3840761" cy="3846189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6119715" y="1825775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6015041" y="3670625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4169858" y="3565968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4274697" y="1720408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8106398" y="2468358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8106398" y="1851330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8106398" y="4658601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8106398" y="4041574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424878" y="2477725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424878" y="1860698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4878" y="4667969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24878" y="4050941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4655715" y="3445426"/>
            <a:ext cx="2850563" cy="515469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133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6963291" y="2215289"/>
            <a:ext cx="900178" cy="90010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7195999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966172" y="4458922"/>
            <a:ext cx="900178" cy="90010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7198880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362995" y="4458922"/>
            <a:ext cx="900178" cy="90010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4595703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4362995" y="2215289"/>
            <a:ext cx="900178" cy="90010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4595703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8177125" y="241357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7125" y="4592064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849098" y="460606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849098" y="2408923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47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ドーナツ 7"/>
          <p:cNvSpPr/>
          <p:nvPr userDrawn="1"/>
        </p:nvSpPr>
        <p:spPr>
          <a:xfrm>
            <a:off x="2528604" y="1447543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4736617" y="2156346"/>
            <a:ext cx="2717708" cy="2789393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7454325" y="2977198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8803786" y="1317168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564629" y="1592484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9790844" y="3233872"/>
            <a:ext cx="2147433" cy="2204076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208519" y="3242191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334757" y="5331725"/>
            <a:ext cx="5527957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40119" y="327511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871653" y="2306745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572754" y="4101393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47780" y="2306745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757580" y="3692502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9168021" y="2185628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0149663" y="4078176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80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7209538" y="3040746"/>
            <a:ext cx="2194268" cy="2194077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1683533" y="1924353"/>
            <a:ext cx="554347" cy="5542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95225" y="1845924"/>
            <a:ext cx="793652" cy="7935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720123" y="2062238"/>
            <a:ext cx="2750695" cy="2750457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2749637" y="1744130"/>
            <a:ext cx="2194268" cy="2194077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877344" y="3393611"/>
            <a:ext cx="1744586" cy="1748975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92051" y="2189233"/>
            <a:ext cx="1744586" cy="1748975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0109020" y="3013527"/>
            <a:ext cx="1849521" cy="184936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541947" y="1632580"/>
            <a:ext cx="2014029" cy="2013854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285128" y="3505084"/>
            <a:ext cx="866321" cy="8662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4081856" y="3938207"/>
            <a:ext cx="676409" cy="6763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833395" y="1929359"/>
            <a:ext cx="793652" cy="7935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1083397" y="2362358"/>
            <a:ext cx="277173" cy="27714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1340954" y="1539210"/>
            <a:ext cx="549846" cy="54979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548961" y="4446207"/>
            <a:ext cx="696439" cy="6963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0383943" y="1738687"/>
            <a:ext cx="629679" cy="6296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7470818" y="2561025"/>
            <a:ext cx="452541" cy="4525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2375224" y="2312541"/>
            <a:ext cx="277173" cy="27714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9222250" y="3981997"/>
            <a:ext cx="529775" cy="5297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612457" y="4318642"/>
            <a:ext cx="529775" cy="5297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39599" y="272192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4943905" y="3151701"/>
            <a:ext cx="226563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948091" y="2062238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825692" y="2492014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7422659" y="3363291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300261" y="3793067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877344" y="399619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92051" y="278482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8626300" y="2361641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0114294" y="3670796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199834" y="5331725"/>
            <a:ext cx="9783595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10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73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5199275" y="2236384"/>
            <a:ext cx="1792391" cy="303642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81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433195" y="1940835"/>
            <a:ext cx="4512761" cy="4512369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34860" y="1508786"/>
            <a:ext cx="960190" cy="960107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5063144" y="4511094"/>
            <a:ext cx="624123" cy="624069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052119" y="5301210"/>
            <a:ext cx="935533" cy="935451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406874" y="1508786"/>
            <a:ext cx="816161" cy="960107"/>
          </a:xfrm>
        </p:spPr>
        <p:txBody>
          <a:bodyPr anchor="ctr">
            <a:noAutofit/>
          </a:bodyPr>
          <a:lstStyle>
            <a:lvl1pPr algn="ctr">
              <a:defRPr sz="3601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2305423" y="3429250"/>
            <a:ext cx="768309" cy="76824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77158" y="4293096"/>
            <a:ext cx="4224835" cy="672075"/>
          </a:xfrm>
        </p:spPr>
        <p:txBody>
          <a:bodyPr anchor="ctr">
            <a:normAutofit/>
          </a:bodyPr>
          <a:lstStyle>
            <a:lvl1pPr algn="ctr">
              <a:defRPr sz="2933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288037" y="5532123"/>
            <a:ext cx="790183" cy="790115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391070" y="1248654"/>
            <a:ext cx="528104" cy="528058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887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95979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3173"/>
            <a:ext cx="10515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88556"/>
            <a:r>
              <a:rPr kumimoji="1" lang="en-US" sz="2133" smtClean="0">
                <a:solidFill>
                  <a:srgbClr val="1C1C1C"/>
                </a:solidFill>
              </a:rPr>
              <a:t>your date here</a:t>
            </a:r>
            <a:endParaRPr kumimoji="1" lang="en-US" sz="2133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88556"/>
            <a:r>
              <a:rPr kumimoji="1" lang="en-US" smtClean="0">
                <a:solidFill>
                  <a:srgbClr val="1C1C1C">
                    <a:tint val="75000"/>
                  </a:srgbClr>
                </a:solidFill>
              </a:rPr>
              <a:t>större - a multipurpose PowerPoint template</a:t>
            </a:r>
            <a:endParaRPr kumimoji="1" lang="en-US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88556"/>
            <a:fld id="{6E18DBF4-37B7-4C4F-9728-A1C100B177EE}" type="slidenum">
              <a:rPr kumimoji="1" 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en-US">
              <a:solidFill>
                <a:prstClr val="white"/>
              </a:solidFill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0" name="Rectangle 19"/>
          <p:cNvSpPr/>
          <p:nvPr userDrawn="1"/>
        </p:nvSpPr>
        <p:spPr>
          <a:xfrm>
            <a:off x="5" y="-9732"/>
            <a:ext cx="12191999" cy="1181307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3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244373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73879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87AB0-F954-803F-57EF-A76D4DA29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6DC396-077F-4EFD-0E6B-A14EF5F66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D255A5-521D-1A2B-2265-C13C5D4F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633BC-ED69-4DA4-8ED6-4CE8EFFC5A0F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DB84A4-2ED8-280D-6F9F-511BE89E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C4DE8F-C5A5-540B-EB6C-9CB4079E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0FD9-8430-4218-858F-2546E64DF9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11003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56399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6919" y="782320"/>
            <a:ext cx="4482872" cy="5471965"/>
          </a:xfrm>
        </p:spPr>
        <p:txBody>
          <a:bodyPr>
            <a:normAutofit/>
          </a:bodyPr>
          <a:lstStyle>
            <a:lvl1pPr algn="ctr">
              <a:defRPr sz="6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5423867" y="86091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5423867" y="176817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5423867" y="267543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423867" y="358269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423867" y="448995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423867" y="5397219"/>
            <a:ext cx="432085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000739" y="692696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0739" y="1172749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000739" y="5234790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000739" y="5714843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000739" y="1601115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0739" y="2081168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00739" y="2509534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0739" y="2989587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6000739" y="3417952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0739" y="3898005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000739" y="4326371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0739" y="4806424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76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56399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6919" y="782320"/>
            <a:ext cx="4482872" cy="5471965"/>
          </a:xfrm>
        </p:spPr>
        <p:txBody>
          <a:bodyPr>
            <a:normAutofit/>
          </a:bodyPr>
          <a:lstStyle>
            <a:lvl1pPr algn="ctr">
              <a:defRPr sz="6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5423867" y="1460623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5423867" y="2367883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5423867" y="3275143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423867" y="4182403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423867" y="5089663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000739" y="1292401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0739" y="1772454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000739" y="2200820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0739" y="2680873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00739" y="3109238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0739" y="3589291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6000739" y="4017657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0739" y="4497710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000739" y="4926076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0739" y="5406129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1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2192000" cy="22288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589918" y="618779"/>
            <a:ext cx="11012164" cy="1135327"/>
          </a:xfrm>
        </p:spPr>
        <p:txBody>
          <a:bodyPr>
            <a:normAutofit/>
          </a:bodyPr>
          <a:lstStyle>
            <a:lvl1pPr algn="ctr">
              <a:defRPr sz="6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474906" y="2852936"/>
            <a:ext cx="2448484" cy="244827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2458657" y="2929025"/>
            <a:ext cx="591181" cy="5911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546164" y="3626611"/>
            <a:ext cx="2305969" cy="624069"/>
          </a:xfrm>
        </p:spPr>
        <p:txBody>
          <a:bodyPr anchor="b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46164" y="4106664"/>
            <a:ext cx="2305969" cy="402456"/>
          </a:xfrm>
        </p:spPr>
        <p:txBody>
          <a:bodyPr anchor="t">
            <a:normAutofit/>
          </a:bodyPr>
          <a:lstStyle>
            <a:lvl1pPr algn="ctr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3023392" y="3942263"/>
            <a:ext cx="240047" cy="269619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3359458" y="2852936"/>
            <a:ext cx="2448484" cy="244827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343209" y="2929025"/>
            <a:ext cx="591181" cy="5911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3430717" y="3626611"/>
            <a:ext cx="2305969" cy="624069"/>
          </a:xfrm>
        </p:spPr>
        <p:txBody>
          <a:bodyPr anchor="b">
            <a:normAutofit/>
          </a:bodyPr>
          <a:lstStyle>
            <a:lvl1pPr algn="ctr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3430717" y="4106664"/>
            <a:ext cx="2305969" cy="402456"/>
          </a:xfrm>
        </p:spPr>
        <p:txBody>
          <a:bodyPr anchor="t">
            <a:normAutofit/>
          </a:bodyPr>
          <a:lstStyle>
            <a:lvl1pPr algn="ctr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5903962" y="3942263"/>
            <a:ext cx="240047" cy="269619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240028" y="2852936"/>
            <a:ext cx="2448484" cy="244827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8223779" y="2929025"/>
            <a:ext cx="591181" cy="5911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311287" y="3626611"/>
            <a:ext cx="2305969" cy="624069"/>
          </a:xfrm>
        </p:spPr>
        <p:txBody>
          <a:bodyPr anchor="b">
            <a:normAutofit/>
          </a:bodyPr>
          <a:lstStyle>
            <a:lvl1pPr algn="ctr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311287" y="4106664"/>
            <a:ext cx="2305969" cy="402456"/>
          </a:xfrm>
        </p:spPr>
        <p:txBody>
          <a:bodyPr anchor="t">
            <a:normAutofit/>
          </a:bodyPr>
          <a:lstStyle>
            <a:lvl1pPr algn="ctr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8788514" y="3942263"/>
            <a:ext cx="240047" cy="269619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9124581" y="2852936"/>
            <a:ext cx="2448484" cy="244827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108331" y="2929025"/>
            <a:ext cx="591181" cy="59113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195839" y="3626611"/>
            <a:ext cx="2305969" cy="624069"/>
          </a:xfrm>
        </p:spPr>
        <p:txBody>
          <a:bodyPr anchor="b">
            <a:normAutofit/>
          </a:bodyPr>
          <a:lstStyle>
            <a:lvl1pPr algn="ctr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95839" y="4106664"/>
            <a:ext cx="2305969" cy="402456"/>
          </a:xfrm>
        </p:spPr>
        <p:txBody>
          <a:bodyPr anchor="t">
            <a:normAutofit/>
          </a:bodyPr>
          <a:lstStyle>
            <a:lvl1pPr algn="ctr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3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6240028" y="4021440"/>
            <a:ext cx="864172" cy="864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67895" y="410998"/>
            <a:ext cx="6385263" cy="80210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574907" y="0"/>
            <a:ext cx="4840820" cy="6858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5711924" y="122324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567895" y="1271694"/>
            <a:ext cx="6385263" cy="623628"/>
          </a:xfrm>
        </p:spPr>
        <p:txBody>
          <a:bodyPr anchor="t">
            <a:noAutofit/>
          </a:bodyPr>
          <a:lstStyle>
            <a:lvl1pPr algn="l">
              <a:defRPr sz="2133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67895" y="2180861"/>
            <a:ext cx="6385263" cy="1104123"/>
          </a:xfrm>
        </p:spPr>
        <p:txBody>
          <a:bodyPr anchor="b">
            <a:normAutofit/>
          </a:bodyPr>
          <a:lstStyle>
            <a:lvl1pPr algn="l"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6463699" y="4245091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23672" y="4021439"/>
            <a:ext cx="864172" cy="864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0206507" y="4021438"/>
            <a:ext cx="864172" cy="864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8447343" y="424509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0430178" y="424509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5864702" y="4981987"/>
            <a:ext cx="1632323" cy="623628"/>
          </a:xfrm>
        </p:spPr>
        <p:txBody>
          <a:bodyPr anchor="t">
            <a:noAutofit/>
          </a:bodyPr>
          <a:lstStyle>
            <a:lvl1pPr algn="ctr">
              <a:defRPr sz="16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844213" y="4981987"/>
            <a:ext cx="1632323" cy="623628"/>
          </a:xfrm>
        </p:spPr>
        <p:txBody>
          <a:bodyPr anchor="t">
            <a:noAutofit/>
          </a:bodyPr>
          <a:lstStyle>
            <a:lvl1pPr algn="ctr">
              <a:defRPr sz="16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822430" y="4980424"/>
            <a:ext cx="1632323" cy="623628"/>
          </a:xfrm>
        </p:spPr>
        <p:txBody>
          <a:bodyPr anchor="t">
            <a:noAutofit/>
          </a:bodyPr>
          <a:lstStyle>
            <a:lvl1pPr algn="ctr">
              <a:defRPr sz="16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529" y="1796819"/>
            <a:ext cx="12192000" cy="16321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00ACE2">
                  <a:lumMod val="50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67895" y="1796818"/>
            <a:ext cx="6385263" cy="900605"/>
          </a:xfrm>
        </p:spPr>
        <p:txBody>
          <a:bodyPr anchor="b">
            <a:normAutofit/>
          </a:bodyPr>
          <a:lstStyle>
            <a:lvl1pPr>
              <a:defRPr sz="44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574907" y="0"/>
            <a:ext cx="4840820" cy="6858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5663914" y="270757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567895" y="2756019"/>
            <a:ext cx="6385263" cy="623628"/>
          </a:xfrm>
        </p:spPr>
        <p:txBody>
          <a:bodyPr anchor="t">
            <a:noAutofit/>
          </a:bodyPr>
          <a:lstStyle>
            <a:lvl1pPr algn="l">
              <a:defRPr sz="2133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67895" y="3573016"/>
            <a:ext cx="6385263" cy="211223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0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380" y="2036846"/>
            <a:ext cx="4094123" cy="1165789"/>
          </a:xfrm>
        </p:spPr>
        <p:txBody>
          <a:bodyPr>
            <a:noAutofit/>
          </a:bodyPr>
          <a:lstStyle>
            <a:lvl1pPr algn="r">
              <a:defRPr sz="5334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232380" y="3943396"/>
            <a:ext cx="452768" cy="4527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5082888" y="2481227"/>
            <a:ext cx="576114" cy="57606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4858968" y="3264304"/>
            <a:ext cx="905536" cy="90545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5964292" y="2180862"/>
            <a:ext cx="399576" cy="39954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104751" y="2862132"/>
            <a:ext cx="5176275" cy="205503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66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1"/>
            <a:ext cx="12192000" cy="35250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728247" y="2612910"/>
            <a:ext cx="1632324" cy="1632182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274593" y="2612910"/>
            <a:ext cx="1632324" cy="1632182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8833654" y="2612910"/>
            <a:ext cx="1632324" cy="1632182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2256352" y="3140968"/>
            <a:ext cx="576114" cy="57606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9361758" y="3140968"/>
            <a:ext cx="576114" cy="57606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5802697" y="3140968"/>
            <a:ext cx="576114" cy="57606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152134" y="4293096"/>
            <a:ext cx="28074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701637" y="4293096"/>
            <a:ext cx="28074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8263855" y="4291533"/>
            <a:ext cx="28074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06993" y="4879332"/>
            <a:ext cx="3168627" cy="1191525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509661" y="4879332"/>
            <a:ext cx="3168627" cy="1191525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8112399" y="4877768"/>
            <a:ext cx="3168627" cy="1191525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1468805" y="4821155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22"/>
          <p:cNvSpPr/>
          <p:nvPr userDrawn="1"/>
        </p:nvSpPr>
        <p:spPr>
          <a:xfrm>
            <a:off x="4971474" y="482115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574211" y="4821155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69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/>
      <p:bldP spid="14" grpId="1"/>
      <p:bldP spid="15" grpId="0"/>
      <p:bldP spid="15" grpId="1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507515" y="2235200"/>
            <a:ext cx="2614118" cy="2207491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6216084" y="2235200"/>
            <a:ext cx="2614118" cy="2983346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9070366" y="2235200"/>
            <a:ext cx="2614119" cy="3334327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1"/>
            <a:ext cx="12192000" cy="22351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3361799" y="1"/>
            <a:ext cx="2614118" cy="4839854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544464" y="1591203"/>
            <a:ext cx="1847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3404909" y="1591202"/>
            <a:ext cx="1847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6265353" y="1591202"/>
            <a:ext cx="1847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9125796" y="1591201"/>
            <a:ext cx="1847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6187841" y="165600"/>
            <a:ext cx="5496644" cy="80210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6331870" y="9336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542497" y="2368150"/>
            <a:ext cx="247769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552174" y="2789893"/>
            <a:ext cx="2486414" cy="1206374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3395114" y="2368150"/>
            <a:ext cx="247769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404792" y="2789893"/>
            <a:ext cx="2486414" cy="165279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247732" y="2368150"/>
            <a:ext cx="247769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57409" y="2789893"/>
            <a:ext cx="2486414" cy="193208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119704" y="2368150"/>
            <a:ext cx="2463701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10027" y="2789893"/>
            <a:ext cx="2486414" cy="234816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411496" y="5399314"/>
            <a:ext cx="8491372" cy="87085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507515" y="533248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216084" y="1028734"/>
            <a:ext cx="5399723" cy="336037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60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7429563" y="2663639"/>
            <a:ext cx="688391" cy="68833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7968370" y="3351970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4443259" y="692697"/>
            <a:ext cx="3373912" cy="33736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3723116" y="1652803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4333992" y="609932"/>
            <a:ext cx="3373912" cy="337361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2886626" y="4148637"/>
            <a:ext cx="6385263" cy="528059"/>
          </a:xfrm>
        </p:spPr>
        <p:txBody>
          <a:bodyPr anchor="b">
            <a:normAutofit/>
          </a:bodyPr>
          <a:lstStyle>
            <a:lvl1pPr algn="ctr">
              <a:defRPr sz="24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5015786" y="515719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903368" y="4629133"/>
            <a:ext cx="6385263" cy="384043"/>
          </a:xfrm>
        </p:spPr>
        <p:txBody>
          <a:bodyPr anchor="t">
            <a:noAutofit/>
          </a:bodyPr>
          <a:lstStyle>
            <a:lvl1pPr algn="ctr">
              <a:defRPr sz="16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4443259" y="692696"/>
            <a:ext cx="3277893" cy="327760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933364" y="5253203"/>
            <a:ext cx="8325272" cy="1056117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2903368" y="1364771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3723116" y="1266501"/>
            <a:ext cx="288057" cy="28803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8877580" y="3155089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2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1"/>
            <a:ext cx="6095472" cy="6857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5999981" cy="6858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288038" y="164638"/>
            <a:ext cx="532776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336047" y="1028734"/>
            <a:ext cx="527975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6384057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663914" y="1604798"/>
            <a:ext cx="720142" cy="48005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6143753" y="2036569"/>
            <a:ext cx="192023" cy="288586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5807943" y="1527544"/>
            <a:ext cx="432085" cy="672075"/>
          </a:xfrm>
        </p:spPr>
        <p:txBody>
          <a:bodyPr anchor="t">
            <a:noAutofit/>
          </a:bodyPr>
          <a:lstStyle>
            <a:lvl1pPr algn="ctr">
              <a:defRPr sz="2933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140" y="1604798"/>
            <a:ext cx="5158665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480075" y="2132856"/>
            <a:ext cx="5135730" cy="384043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6576095" y="2084851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5655822" y="2761722"/>
            <a:ext cx="720142" cy="480053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6135660" y="3193494"/>
            <a:ext cx="192023" cy="288586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799850" y="2684469"/>
            <a:ext cx="432085" cy="672075"/>
          </a:xfrm>
        </p:spPr>
        <p:txBody>
          <a:bodyPr anchor="t">
            <a:noAutofit/>
          </a:bodyPr>
          <a:lstStyle>
            <a:lvl1pPr algn="ctr">
              <a:defRPr sz="2933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449048" y="2761722"/>
            <a:ext cx="5158665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471983" y="3289780"/>
            <a:ext cx="5135730" cy="384043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6568002" y="32417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5663914" y="3856252"/>
            <a:ext cx="720142" cy="480053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6143753" y="4288023"/>
            <a:ext cx="192023" cy="288586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807943" y="3778998"/>
            <a:ext cx="432085" cy="672075"/>
          </a:xfrm>
        </p:spPr>
        <p:txBody>
          <a:bodyPr anchor="t">
            <a:noAutofit/>
          </a:bodyPr>
          <a:lstStyle>
            <a:lvl1pPr algn="ctr">
              <a:defRPr sz="2933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457140" y="3856252"/>
            <a:ext cx="5158665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480075" y="4384310"/>
            <a:ext cx="5135730" cy="384043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6576095" y="4336305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5660126" y="5013176"/>
            <a:ext cx="720142" cy="480053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6139964" y="5444948"/>
            <a:ext cx="192023" cy="288586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804155" y="4935923"/>
            <a:ext cx="432085" cy="672075"/>
          </a:xfrm>
        </p:spPr>
        <p:txBody>
          <a:bodyPr anchor="t">
            <a:noAutofit/>
          </a:bodyPr>
          <a:lstStyle>
            <a:lvl1pPr algn="ctr">
              <a:defRPr sz="2933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6453352" y="5013176"/>
            <a:ext cx="5158665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6476287" y="5541235"/>
            <a:ext cx="5135730" cy="384043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6572307" y="54932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21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1"/>
            <a:ext cx="6095472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5999981" cy="6858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384057" y="909562"/>
            <a:ext cx="5327768" cy="2064657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6480076" y="2998260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396517" y="3135085"/>
            <a:ext cx="5331292" cy="2012647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4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1"/>
            <a:ext cx="6095472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407213" y="782320"/>
            <a:ext cx="5281045" cy="547196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396517" y="1657533"/>
            <a:ext cx="5331292" cy="3542935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57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619179" y="0"/>
            <a:ext cx="5476292" cy="6858000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384057" y="553329"/>
            <a:ext cx="5327768" cy="281002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6480076" y="358434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396517" y="3664893"/>
            <a:ext cx="5331292" cy="2012647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87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 dirty="0">
              <a:solidFill>
                <a:prstClr val="white"/>
              </a:solidFill>
            </a:endParaRPr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25457" y="29028"/>
            <a:ext cx="2400208" cy="3077029"/>
          </a:xfrm>
        </p:spPr>
        <p:txBody>
          <a:bodyPr/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2458716" y="3137733"/>
            <a:ext cx="2400208" cy="3077029"/>
          </a:xfrm>
        </p:spPr>
        <p:txBody>
          <a:bodyPr>
            <a:normAutofit/>
          </a:bodyPr>
          <a:lstStyle>
            <a:lvl1pPr marL="0" marR="0" indent="0" algn="l" defTabSz="10885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4891974" y="29028"/>
            <a:ext cx="2400208" cy="3077029"/>
          </a:xfrm>
        </p:spPr>
        <p:txBody>
          <a:bodyPr>
            <a:normAutofit/>
          </a:bodyPr>
          <a:lstStyle>
            <a:lvl1pPr marL="0" marR="0" indent="0" algn="l" defTabSz="10885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7326093" y="3137962"/>
            <a:ext cx="2400208" cy="3077029"/>
          </a:xfrm>
        </p:spPr>
        <p:txBody>
          <a:bodyPr>
            <a:normAutofit/>
          </a:bodyPr>
          <a:lstStyle>
            <a:lvl1pPr marL="0" marR="0" indent="0" algn="l" defTabSz="10885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758492" y="29028"/>
            <a:ext cx="2400208" cy="3077029"/>
          </a:xfrm>
        </p:spPr>
        <p:txBody>
          <a:bodyPr>
            <a:normAutofit/>
          </a:bodyPr>
          <a:lstStyle>
            <a:lvl1pPr marL="0" marR="0" indent="0" algn="l" defTabSz="10885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25457" y="3137962"/>
            <a:ext cx="2400208" cy="30768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2458716" y="29257"/>
            <a:ext cx="2400208" cy="30768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4891974" y="3137962"/>
            <a:ext cx="2400208" cy="30768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7326093" y="29257"/>
            <a:ext cx="2400208" cy="30768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9758492" y="3138191"/>
            <a:ext cx="2400208" cy="30768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969490" y="3415187"/>
            <a:ext cx="523067" cy="523021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3402748" y="340119"/>
            <a:ext cx="523067" cy="523021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5836006" y="3415187"/>
            <a:ext cx="523067" cy="523021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0702524" y="3415187"/>
            <a:ext cx="523067" cy="523021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8270126" y="340119"/>
            <a:ext cx="523067" cy="523021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27729" y="3938881"/>
            <a:ext cx="2359229" cy="39893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142534" y="4357162"/>
            <a:ext cx="2121891" cy="16256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2490018" y="854137"/>
            <a:ext cx="2359229" cy="39893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2604823" y="1272419"/>
            <a:ext cx="2121891" cy="16256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7357395" y="854138"/>
            <a:ext cx="2359229" cy="39893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7472200" y="1272419"/>
            <a:ext cx="2121891" cy="16256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4912383" y="3938881"/>
            <a:ext cx="2359229" cy="39893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5027187" y="4357162"/>
            <a:ext cx="2121891" cy="16256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9779760" y="3938881"/>
            <a:ext cx="2359229" cy="39893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9894565" y="4357163"/>
            <a:ext cx="2121891" cy="16256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049863" y="2934372"/>
            <a:ext cx="301223" cy="301197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5919773" y="2934372"/>
            <a:ext cx="301223" cy="301197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0782897" y="2934372"/>
            <a:ext cx="301223" cy="301197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3508209" y="3003352"/>
            <a:ext cx="301223" cy="301197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8350498" y="3003352"/>
            <a:ext cx="301223" cy="301197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427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-9839" y="2194554"/>
            <a:ext cx="12192000" cy="21945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-4795" y="2481740"/>
            <a:ext cx="12192000" cy="162018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12192000" cy="21945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1" y="278650"/>
            <a:ext cx="12182160" cy="162018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194554"/>
            <a:ext cx="6093811" cy="2194553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093811" cy="2194553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6100680" y="838956"/>
            <a:ext cx="5666442" cy="876805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6100680" y="452670"/>
            <a:ext cx="5666442" cy="515469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133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399552" y="3062960"/>
            <a:ext cx="5666442" cy="84609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399552" y="2676673"/>
            <a:ext cx="5666442" cy="515469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133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286850" y="4533123"/>
            <a:ext cx="11618299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286850" y="5397219"/>
            <a:ext cx="11618299" cy="891307"/>
          </a:xfrm>
        </p:spPr>
        <p:txBody>
          <a:bodyPr>
            <a:noAutofit/>
          </a:bodyPr>
          <a:lstStyle>
            <a:lvl1pPr algn="ctr">
              <a:defRPr sz="1333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5039790" y="5301208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5513687" y="1790105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126189" y="2932452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5523363" y="4074799"/>
            <a:ext cx="4002631" cy="605404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116512" y="5217147"/>
            <a:ext cx="4002631" cy="605404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126189" y="647757"/>
            <a:ext cx="4002631" cy="605404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507970" y="705766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5826091" y="0"/>
            <a:ext cx="2571" cy="694750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5606336" y="730723"/>
            <a:ext cx="439509" cy="4394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119142" y="1848113"/>
            <a:ext cx="3094447" cy="480053"/>
          </a:xfrm>
        </p:spPr>
        <p:txBody>
          <a:bodyPr anchor="ctr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5605986" y="1873071"/>
            <a:ext cx="439509" cy="4394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52485" y="1266840"/>
            <a:ext cx="4180340" cy="908075"/>
          </a:xfrm>
        </p:spPr>
        <p:txBody>
          <a:bodyPr anchor="t">
            <a:noAutofit/>
          </a:bodyPr>
          <a:lstStyle>
            <a:lvl1pPr algn="r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119142" y="2409188"/>
            <a:ext cx="4180340" cy="908075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507970" y="2990460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5606336" y="3015418"/>
            <a:ext cx="439509" cy="4394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52485" y="3551535"/>
            <a:ext cx="4180340" cy="908075"/>
          </a:xfrm>
        </p:spPr>
        <p:txBody>
          <a:bodyPr anchor="t">
            <a:noAutofit/>
          </a:bodyPr>
          <a:lstStyle>
            <a:lvl1pPr algn="r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128819" y="4132808"/>
            <a:ext cx="3094447" cy="480053"/>
          </a:xfrm>
        </p:spPr>
        <p:txBody>
          <a:bodyPr anchor="ctr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5615663" y="4157765"/>
            <a:ext cx="439509" cy="439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128819" y="4693883"/>
            <a:ext cx="4180340" cy="908075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498293" y="5275155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5596660" y="5300113"/>
            <a:ext cx="439509" cy="4394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242808" y="5836230"/>
            <a:ext cx="4180340" cy="908075"/>
          </a:xfrm>
        </p:spPr>
        <p:txBody>
          <a:bodyPr anchor="t">
            <a:noAutofit/>
          </a:bodyPr>
          <a:lstStyle>
            <a:lvl1pPr algn="r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288038" y="164638"/>
            <a:ext cx="532776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336047" y="1028734"/>
            <a:ext cx="527975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6384057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02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1371381" y="2612423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1371381" y="3505608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1371381" y="4398793"/>
            <a:ext cx="4002631" cy="605404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1371381" y="5291979"/>
            <a:ext cx="4002631" cy="605404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1371381" y="1719237"/>
            <a:ext cx="4002631" cy="605404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753162" y="1777246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5070932" y="0"/>
            <a:ext cx="351" cy="6858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4851353" y="1802203"/>
            <a:ext cx="439509" cy="4394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61220" y="2651357"/>
            <a:ext cx="2918277" cy="518201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4851353" y="2695389"/>
            <a:ext cx="439509" cy="4394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455094" y="1729877"/>
            <a:ext cx="6234758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455094" y="2623063"/>
            <a:ext cx="6234758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753162" y="3563616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4851353" y="3588574"/>
            <a:ext cx="439509" cy="4394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455094" y="3516248"/>
            <a:ext cx="6234758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761220" y="4437728"/>
            <a:ext cx="2918277" cy="518201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4851353" y="4481759"/>
            <a:ext cx="439509" cy="439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5455094" y="4409433"/>
            <a:ext cx="6234758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753162" y="5349987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4851353" y="5374945"/>
            <a:ext cx="439509" cy="4394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455094" y="5302619"/>
            <a:ext cx="6234758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2192000" cy="13449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589917" y="304800"/>
            <a:ext cx="11012164" cy="774095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327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1"/>
            <a:ext cx="12192000" cy="15886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087" y="254920"/>
            <a:ext cx="7528289" cy="6280786"/>
          </a:xfrm>
          <a:prstGeom prst="rect">
            <a:avLst/>
          </a:prstGeom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671632" y="165600"/>
            <a:ext cx="6400455" cy="8016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15673" y="1777246"/>
            <a:ext cx="3801965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415673" y="2274824"/>
            <a:ext cx="3805712" cy="930195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1013" y="3910846"/>
            <a:ext cx="2392426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51014" y="4408424"/>
            <a:ext cx="2394783" cy="1576742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746941" y="3395313"/>
            <a:ext cx="3137544" cy="480053"/>
          </a:xfrm>
        </p:spPr>
        <p:txBody>
          <a:bodyPr anchor="ctr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747595" y="3892891"/>
            <a:ext cx="3140636" cy="2064569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4239859" y="5259362"/>
            <a:ext cx="2263105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482412" y="5756941"/>
            <a:ext cx="3024576" cy="930195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4239859" y="1944914"/>
            <a:ext cx="1016088" cy="87086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2761912" y="4184073"/>
            <a:ext cx="855284" cy="193964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6502964" y="5338626"/>
            <a:ext cx="517285" cy="160763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6713029" y="3519055"/>
            <a:ext cx="2033911" cy="116285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5805363" y="9336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689576" y="1028734"/>
            <a:ext cx="6401885" cy="336037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958726" y="2191454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490012" y="432079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正方形/長方形 37"/>
          <p:cNvSpPr/>
          <p:nvPr userDrawn="1"/>
        </p:nvSpPr>
        <p:spPr>
          <a:xfrm>
            <a:off x="4254931" y="5692035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正方形/長方形 38"/>
          <p:cNvSpPr/>
          <p:nvPr userDrawn="1"/>
        </p:nvSpPr>
        <p:spPr>
          <a:xfrm>
            <a:off x="8834850" y="3817053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05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916918" y="3006603"/>
            <a:ext cx="8564501" cy="5621275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504" y="607423"/>
            <a:ext cx="2762129" cy="5643155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1637404" y="1338942"/>
            <a:ext cx="2350742" cy="4211501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424339" y="1297577"/>
            <a:ext cx="7287487" cy="2065773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4511768" y="358434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424338" y="3664893"/>
            <a:ext cx="7303471" cy="2012647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431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451884" y="4446244"/>
            <a:ext cx="5397865" cy="3542866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735" y="884900"/>
            <a:ext cx="3923154" cy="5577586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59" y="2934136"/>
            <a:ext cx="1740860" cy="3556657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627241" y="1410336"/>
            <a:ext cx="3393082" cy="4507865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920049" y="3409648"/>
            <a:ext cx="1453023" cy="2620312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2920582" y="3058410"/>
            <a:ext cx="8253541" cy="6018152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517560" y="1297577"/>
            <a:ext cx="5185191" cy="2065773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6582653" y="358434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522320" y="3664893"/>
            <a:ext cx="5196564" cy="2012647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553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2192000" cy="4136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4479169" y="1543335"/>
            <a:ext cx="5569813" cy="4260120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83852" y="4214454"/>
            <a:ext cx="11215678" cy="900605"/>
          </a:xfrm>
        </p:spPr>
        <p:txBody>
          <a:bodyPr anchor="b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5015257" y="512520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286850" y="5321905"/>
            <a:ext cx="11618299" cy="974393"/>
          </a:xfrm>
        </p:spPr>
        <p:txBody>
          <a:bodyPr>
            <a:noAutofit/>
          </a:bodyPr>
          <a:lstStyle>
            <a:lvl1pPr algn="ctr">
              <a:defRPr sz="1333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4714934" y="607422"/>
            <a:ext cx="2762129" cy="3529149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4915835" y="1338942"/>
            <a:ext cx="2350742" cy="2797629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3435346" y="1132172"/>
            <a:ext cx="933774" cy="9336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3680729" y="1377534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552158" y="1126561"/>
            <a:ext cx="2807486" cy="480053"/>
          </a:xfrm>
        </p:spPr>
        <p:txBody>
          <a:bodyPr anchor="t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522559" y="1490244"/>
            <a:ext cx="2840190" cy="597393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3435346" y="2636820"/>
            <a:ext cx="933774" cy="9336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3680728" y="2882181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552157" y="2631208"/>
            <a:ext cx="2807486" cy="480053"/>
          </a:xfrm>
        </p:spPr>
        <p:txBody>
          <a:bodyPr anchor="t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522558" y="2994892"/>
            <a:ext cx="2840190" cy="597393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7833557" y="1129752"/>
            <a:ext cx="933774" cy="9336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87C32F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8078939" y="1375114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8859890" y="1124141"/>
            <a:ext cx="2807486" cy="480053"/>
          </a:xfrm>
        </p:spPr>
        <p:txBody>
          <a:bodyPr anchor="t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8859322" y="1487824"/>
            <a:ext cx="2840190" cy="597393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7833557" y="2636819"/>
            <a:ext cx="933774" cy="9336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8078939" y="2882180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8859890" y="2631208"/>
            <a:ext cx="2807486" cy="480053"/>
          </a:xfrm>
        </p:spPr>
        <p:txBody>
          <a:bodyPr anchor="t">
            <a:noAutofit/>
          </a:bodyPr>
          <a:lstStyle>
            <a:lvl1pPr algn="l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8859322" y="2994891"/>
            <a:ext cx="2840190" cy="597393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103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2589422" y="1388046"/>
            <a:ext cx="7803078" cy="9237913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451887" y="1595852"/>
            <a:ext cx="6932503" cy="38973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451888" y="1200182"/>
            <a:ext cx="6932502" cy="395670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584294" y="553329"/>
            <a:ext cx="4128817" cy="281002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7632304" y="358434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7612" y="3664893"/>
            <a:ext cx="4131548" cy="2308390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07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2192000" cy="29899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54820" y="657984"/>
            <a:ext cx="11467281" cy="2254549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2001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454821" y="3047999"/>
            <a:ext cx="5380428" cy="302864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8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46069" y="3173789"/>
            <a:ext cx="6076032" cy="2893183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6331500" y="0"/>
            <a:ext cx="3569010" cy="6858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4413638" y="0"/>
            <a:ext cx="3099074" cy="6858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6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0" y="4088193"/>
            <a:ext cx="12192000" cy="3047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69670" y="4644571"/>
            <a:ext cx="1170920" cy="117081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931967" y="1067225"/>
            <a:ext cx="4603599" cy="4603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円/楕円 1"/>
          <p:cNvSpPr/>
          <p:nvPr userDrawn="1"/>
        </p:nvSpPr>
        <p:spPr>
          <a:xfrm>
            <a:off x="1097441" y="1212190"/>
            <a:ext cx="4603599" cy="4603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5144857" y="1289337"/>
            <a:ext cx="936251" cy="93616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593885" y="5602870"/>
            <a:ext cx="575785" cy="57573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010044" y="1125614"/>
            <a:ext cx="4602939" cy="460253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95471" y="1654626"/>
            <a:ext cx="5826630" cy="1016005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5334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6095471" y="2804269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305887" y="3014668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77139" y="2804270"/>
            <a:ext cx="4944962" cy="789022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305887" y="4272573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681990" y="4265376"/>
            <a:ext cx="2337003" cy="393711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9184804" y="4272573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560906" y="4265376"/>
            <a:ext cx="2337003" cy="393711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6305887" y="4848307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681990" y="4841109"/>
            <a:ext cx="2337003" cy="393711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184804" y="4848307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560906" y="4841109"/>
            <a:ext cx="2337003" cy="393711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6035497" y="1158692"/>
            <a:ext cx="336278" cy="33624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88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4102754" y="1687675"/>
            <a:ext cx="2704733" cy="5028221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1398021" y="1689293"/>
            <a:ext cx="2704733" cy="5028221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589910" y="-589912"/>
            <a:ext cx="2923613" cy="4103437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4103435" y="1689293"/>
            <a:ext cx="667644" cy="1234321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561868" y="3175947"/>
            <a:ext cx="2979697" cy="4103437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561868" y="645622"/>
            <a:ext cx="2979697" cy="4103437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561869" y="1910784"/>
            <a:ext cx="2979696" cy="4103436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4103434" y="2665751"/>
            <a:ext cx="1351017" cy="1521264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4103435" y="3639102"/>
            <a:ext cx="2034968" cy="1812382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4103433" y="4613276"/>
            <a:ext cx="2704733" cy="2104237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853258" y="1149611"/>
            <a:ext cx="2609807" cy="707179"/>
          </a:xfrm>
        </p:spPr>
        <p:txBody>
          <a:bodyPr anchor="ctr">
            <a:noAutofit/>
          </a:bodyPr>
          <a:lstStyle>
            <a:lvl1pPr algn="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853258" y="2418205"/>
            <a:ext cx="2609807" cy="707179"/>
          </a:xfrm>
        </p:spPr>
        <p:txBody>
          <a:bodyPr anchor="ctr">
            <a:noAutofit/>
          </a:bodyPr>
          <a:lstStyle>
            <a:lvl1pPr algn="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853258" y="3686799"/>
            <a:ext cx="2609807" cy="707179"/>
          </a:xfrm>
        </p:spPr>
        <p:txBody>
          <a:bodyPr anchor="ctr">
            <a:noAutofit/>
          </a:bodyPr>
          <a:lstStyle>
            <a:lvl1pPr algn="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853258" y="4955394"/>
            <a:ext cx="2609807" cy="707179"/>
          </a:xfrm>
        </p:spPr>
        <p:txBody>
          <a:bodyPr anchor="ctr">
            <a:noAutofit/>
          </a:bodyPr>
          <a:lstStyle>
            <a:lvl1pPr algn="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4120371" y="2335395"/>
            <a:ext cx="575799" cy="50276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01</a:t>
            </a:r>
            <a:endParaRPr kumimoji="1" lang="ja-JP" altLang="en-US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4476330" y="3438303"/>
            <a:ext cx="575799" cy="50276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02</a:t>
            </a:r>
            <a:endParaRPr kumimoji="1" lang="ja-JP" altLang="en-US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4847286" y="4548907"/>
            <a:ext cx="575799" cy="50276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03</a:t>
            </a:r>
            <a:endParaRPr kumimoji="1" lang="ja-JP" altLang="en-US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5200100" y="5643334"/>
            <a:ext cx="575799" cy="50276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6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04</a:t>
            </a:r>
            <a:endParaRPr kumimoji="1" lang="ja-JP" altLang="en-US" sz="26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3366224" y="1900900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3366224" y="3168130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3366224" y="4435361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3366224" y="5702592"/>
            <a:ext cx="443008" cy="442969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801788" y="1642182"/>
            <a:ext cx="4944962" cy="900206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509613" y="2597005"/>
            <a:ext cx="4944962" cy="900206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195126" y="3551828"/>
            <a:ext cx="4944962" cy="900206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830906" y="4506651"/>
            <a:ext cx="4944962" cy="900206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029376" y="164638"/>
            <a:ext cx="784406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4077385" y="1028734"/>
            <a:ext cx="7773384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4125395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11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771139" y="1896217"/>
            <a:ext cx="439509" cy="4394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1771139" y="2789402"/>
            <a:ext cx="439509" cy="4394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2374879" y="1823891"/>
            <a:ext cx="8208027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374879" y="2717076"/>
            <a:ext cx="8208027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771139" y="3682587"/>
            <a:ext cx="439509" cy="4394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2374879" y="3610261"/>
            <a:ext cx="8208027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771139" y="4575773"/>
            <a:ext cx="439509" cy="4394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2374879" y="4503447"/>
            <a:ext cx="8208027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1771139" y="5468958"/>
            <a:ext cx="439509" cy="4394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2374879" y="5396632"/>
            <a:ext cx="8208027" cy="594764"/>
          </a:xfrm>
        </p:spPr>
        <p:txBody>
          <a:bodyPr anchor="ctr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2192000" cy="13449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589917" y="304800"/>
            <a:ext cx="11012164" cy="774095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521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937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048598" y="164638"/>
            <a:ext cx="956720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05935" y="6309239"/>
            <a:ext cx="3860800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55534" y="905648"/>
            <a:ext cx="384076" cy="384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1596" y="0"/>
            <a:ext cx="912180" cy="681270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681974" y="681271"/>
            <a:ext cx="528104" cy="52805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207829" y="149092"/>
            <a:ext cx="661953" cy="6618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1022059" y="6100230"/>
            <a:ext cx="289591" cy="289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435106" y="6111048"/>
            <a:ext cx="720142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860585" y="6469495"/>
            <a:ext cx="480095" cy="388506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35106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6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5" r:id="rId5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088556" rtl="0" eaLnBrk="1" latinLnBrk="0" hangingPunct="1">
        <a:spcBef>
          <a:spcPct val="0"/>
        </a:spcBef>
        <a:buNone/>
        <a:defRPr kumimoji="1" sz="4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088556" rtl="0" eaLnBrk="1" latinLnBrk="0" hangingPunct="1">
        <a:lnSpc>
          <a:spcPct val="120000"/>
        </a:lnSpc>
        <a:spcBef>
          <a:spcPts val="800"/>
        </a:spcBef>
        <a:buFont typeface="Arial" panose="020B0604020202020204" pitchFamily="34" charset="0"/>
        <a:buNone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84452" indent="-340174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334" kern="1200">
          <a:solidFill>
            <a:schemeClr val="tx1"/>
          </a:solidFill>
          <a:latin typeface="+mn-lt"/>
          <a:ea typeface="+mn-ea"/>
          <a:cs typeface="+mn-cs"/>
        </a:defRPr>
      </a:lvl2pPr>
      <a:lvl3pPr marL="136069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67" kern="1200">
          <a:solidFill>
            <a:schemeClr val="tx1"/>
          </a:solidFill>
          <a:latin typeface="+mn-lt"/>
          <a:ea typeface="+mn-ea"/>
          <a:cs typeface="+mn-cs"/>
        </a:defRPr>
      </a:lvl3pPr>
      <a:lvl4pPr marL="1904973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51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530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08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8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64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78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4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2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1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669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94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4225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048598" y="164638"/>
            <a:ext cx="956720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05935" y="6309239"/>
            <a:ext cx="3860800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55534" y="905648"/>
            <a:ext cx="384076" cy="384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1596" y="0"/>
            <a:ext cx="912180" cy="681270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681974" y="681271"/>
            <a:ext cx="528104" cy="52805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207829" y="149092"/>
            <a:ext cx="661953" cy="6618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1022059" y="6100230"/>
            <a:ext cx="289591" cy="289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435106" y="6111048"/>
            <a:ext cx="720142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860585" y="6469495"/>
            <a:ext cx="480095" cy="388506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35106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58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  <p:sldLayoutId id="2147483757" r:id="rId41"/>
    <p:sldLayoutId id="2147483758" r:id="rId42"/>
    <p:sldLayoutId id="2147483759" r:id="rId43"/>
    <p:sldLayoutId id="2147483760" r:id="rId44"/>
    <p:sldLayoutId id="2147483789" r:id="rId4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088556" rtl="0" eaLnBrk="1" latinLnBrk="0" hangingPunct="1">
        <a:spcBef>
          <a:spcPct val="0"/>
        </a:spcBef>
        <a:buNone/>
        <a:defRPr kumimoji="1" sz="4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088556" rtl="0" eaLnBrk="1" latinLnBrk="0" hangingPunct="1">
        <a:lnSpc>
          <a:spcPct val="120000"/>
        </a:lnSpc>
        <a:spcBef>
          <a:spcPts val="800"/>
        </a:spcBef>
        <a:buFont typeface="Arial" panose="020B0604020202020204" pitchFamily="34" charset="0"/>
        <a:buNone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84452" indent="-340174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334" kern="1200">
          <a:solidFill>
            <a:schemeClr val="tx1"/>
          </a:solidFill>
          <a:latin typeface="+mn-lt"/>
          <a:ea typeface="+mn-ea"/>
          <a:cs typeface="+mn-cs"/>
        </a:defRPr>
      </a:lvl2pPr>
      <a:lvl3pPr marL="136069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67" kern="1200">
          <a:solidFill>
            <a:schemeClr val="tx1"/>
          </a:solidFill>
          <a:latin typeface="+mn-lt"/>
          <a:ea typeface="+mn-ea"/>
          <a:cs typeface="+mn-cs"/>
        </a:defRPr>
      </a:lvl3pPr>
      <a:lvl4pPr marL="1904973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51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530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08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8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64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78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4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2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1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669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94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4225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1" y="164638"/>
            <a:ext cx="11006206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05935" y="6309239"/>
            <a:ext cx="3860800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defTabSz="1088556"/>
            <a:r>
              <a:rPr kumimoji="1" lang="en-US" altLang="ja-JP" smtClean="0">
                <a:solidFill>
                  <a:srgbClr val="1C1C1C">
                    <a:tint val="75000"/>
                  </a:srgbClr>
                </a:solidFill>
              </a:rPr>
              <a:t>The Power of PowerPoint | thepopp.com</a:t>
            </a:r>
            <a:endParaRPr kumimoji="1" lang="ja-JP" altLang="en-US" dirty="0">
              <a:solidFill>
                <a:srgbClr val="1C1C1C">
                  <a:tint val="75000"/>
                </a:srgbClr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1022059" y="6100230"/>
            <a:ext cx="289591" cy="289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11435106" y="6111048"/>
            <a:ext cx="720142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9"/>
          <p:cNvSpPr/>
          <p:nvPr userDrawn="1"/>
        </p:nvSpPr>
        <p:spPr>
          <a:xfrm>
            <a:off x="10860585" y="6469495"/>
            <a:ext cx="480095" cy="388506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35106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defTabSz="1088556"/>
            <a:fld id="{E6459DFB-86F3-43FA-8567-2EA6E426AE90}" type="slidenum">
              <a:rPr kumimoji="1" lang="ja-JP" altLang="en-US" smtClean="0">
                <a:solidFill>
                  <a:prstClr val="white"/>
                </a:solidFill>
              </a:rPr>
              <a:pPr defTabSz="1088556"/>
              <a:t>‹N°›</a:t>
            </a:fld>
            <a:endParaRPr kumimoji="1" lang="ja-JP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  <p:sldLayoutId id="2147483788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dt="0"/>
  <p:txStyles>
    <p:titleStyle>
      <a:lvl1pPr algn="l" defTabSz="1088556" rtl="0" eaLnBrk="1" latinLnBrk="0" hangingPunct="1">
        <a:spcBef>
          <a:spcPct val="0"/>
        </a:spcBef>
        <a:buNone/>
        <a:defRPr kumimoji="1" sz="4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088556" rtl="0" eaLnBrk="1" latinLnBrk="0" hangingPunct="1">
        <a:lnSpc>
          <a:spcPct val="120000"/>
        </a:lnSpc>
        <a:spcBef>
          <a:spcPts val="800"/>
        </a:spcBef>
        <a:buFont typeface="Arial" panose="020B0604020202020204" pitchFamily="34" charset="0"/>
        <a:buNone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84452" indent="-340174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334" kern="1200">
          <a:solidFill>
            <a:schemeClr val="tx1"/>
          </a:solidFill>
          <a:latin typeface="+mn-lt"/>
          <a:ea typeface="+mn-ea"/>
          <a:cs typeface="+mn-cs"/>
        </a:defRPr>
      </a:lvl2pPr>
      <a:lvl3pPr marL="136069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67" kern="1200">
          <a:solidFill>
            <a:schemeClr val="tx1"/>
          </a:solidFill>
          <a:latin typeface="+mn-lt"/>
          <a:ea typeface="+mn-ea"/>
          <a:cs typeface="+mn-cs"/>
        </a:defRPr>
      </a:lvl3pPr>
      <a:lvl4pPr marL="1904973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51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530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08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8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64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78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4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2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1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669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94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4225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97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21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9" Type="http://schemas.openxmlformats.org/officeDocument/2006/relationships/image" Target="../media/image20.wmf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32.wmf"/><Relationship Id="rId34" Type="http://schemas.openxmlformats.org/officeDocument/2006/relationships/oleObject" Target="../embeddings/oleObject26.bin"/><Relationship Id="rId42" Type="http://schemas.openxmlformats.org/officeDocument/2006/relationships/oleObject" Target="../embeddings/oleObject30.bin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33" Type="http://schemas.openxmlformats.org/officeDocument/2006/relationships/image" Target="../media/image38.wmf"/><Relationship Id="rId38" Type="http://schemas.openxmlformats.org/officeDocument/2006/relationships/oleObject" Target="../embeddings/oleObject28.bin"/><Relationship Id="rId2" Type="http://schemas.openxmlformats.org/officeDocument/2006/relationships/slideLayout" Target="../slideLayouts/slideLayout97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29" Type="http://schemas.openxmlformats.org/officeDocument/2006/relationships/image" Target="../media/image36.wmf"/><Relationship Id="rId41" Type="http://schemas.openxmlformats.org/officeDocument/2006/relationships/image" Target="../media/image23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37" Type="http://schemas.openxmlformats.org/officeDocument/2006/relationships/image" Target="../media/image40.wmf"/><Relationship Id="rId40" Type="http://schemas.openxmlformats.org/officeDocument/2006/relationships/oleObject" Target="../embeddings/oleObject29.bin"/><Relationship Id="rId45" Type="http://schemas.openxmlformats.org/officeDocument/2006/relationships/image" Target="../media/image42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23" Type="http://schemas.openxmlformats.org/officeDocument/2006/relationships/image" Target="../media/image33.wmf"/><Relationship Id="rId28" Type="http://schemas.openxmlformats.org/officeDocument/2006/relationships/oleObject" Target="../embeddings/oleObject23.bin"/><Relationship Id="rId36" Type="http://schemas.openxmlformats.org/officeDocument/2006/relationships/oleObject" Target="../embeddings/oleObject27.bin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31.wmf"/><Relationship Id="rId31" Type="http://schemas.openxmlformats.org/officeDocument/2006/relationships/image" Target="../media/image37.wmf"/><Relationship Id="rId44" Type="http://schemas.openxmlformats.org/officeDocument/2006/relationships/oleObject" Target="../embeddings/oleObject31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35.wmf"/><Relationship Id="rId30" Type="http://schemas.openxmlformats.org/officeDocument/2006/relationships/oleObject" Target="../embeddings/oleObject24.bin"/><Relationship Id="rId35" Type="http://schemas.openxmlformats.org/officeDocument/2006/relationships/image" Target="../media/image39.wmf"/><Relationship Id="rId43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5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1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png"/><Relationship Id="rId11" Type="http://schemas.openxmlformats.org/officeDocument/2006/relationships/oleObject" Target="../embeddings/oleObject40.bin"/><Relationship Id="rId5" Type="http://schemas.openxmlformats.org/officeDocument/2006/relationships/image" Target="../media/image50.wmf"/><Relationship Id="rId10" Type="http://schemas.openxmlformats.org/officeDocument/2006/relationships/image" Target="../media/image52.wmf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2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9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20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5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7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7.xml"/><Relationship Id="rId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77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77.wmf"/><Relationship Id="rId2" Type="http://schemas.openxmlformats.org/officeDocument/2006/relationships/slideLayout" Target="../slideLayouts/slideLayout9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261873-F3B7-42E8-89AF-FE9FEA6D1717}"/>
              </a:ext>
            </a:extLst>
          </p:cNvPr>
          <p:cNvSpPr txBox="1">
            <a:spLocks/>
          </p:cNvSpPr>
          <p:nvPr/>
        </p:nvSpPr>
        <p:spPr>
          <a:xfrm>
            <a:off x="4263700" y="5212963"/>
            <a:ext cx="7317005" cy="162871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defTabSz="609630"/>
            <a:r>
              <a:rPr kumimoji="1" lang="en-US" sz="4266" dirty="0" smtClean="0">
                <a:solidFill>
                  <a:srgbClr val="002060"/>
                </a:solidFill>
              </a:rPr>
              <a:t>ING3-SEC-INFO</a:t>
            </a:r>
            <a:endParaRPr kumimoji="1" lang="en-US" sz="4266" dirty="0">
              <a:solidFill>
                <a:srgbClr val="002060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0F1826-70F8-4AB9-A36C-7A7D57FBB109}"/>
              </a:ext>
            </a:extLst>
          </p:cNvPr>
          <p:cNvSpPr txBox="1">
            <a:spLocks/>
          </p:cNvSpPr>
          <p:nvPr/>
        </p:nvSpPr>
        <p:spPr>
          <a:xfrm>
            <a:off x="315099" y="2599540"/>
            <a:ext cx="11713879" cy="1816343"/>
          </a:xfrm>
          <a:prstGeom prst="rect">
            <a:avLst/>
          </a:prstGeom>
          <a:noFill/>
          <a:ln w="9525" cap="flat" cmpd="sng" algn="ctr">
            <a:solidFill>
              <a:schemeClr val="bg2"/>
            </a:solidFill>
            <a:prstDash val="soli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buNone/>
            </a:pPr>
            <a:r>
              <a:rPr kumimoji="1" lang="en-US" sz="4266" b="1" dirty="0" err="1">
                <a:solidFill>
                  <a:prstClr val="white"/>
                </a:solidFill>
                <a:latin typeface="Open Sans"/>
              </a:rPr>
              <a:t>Cours</a:t>
            </a:r>
            <a:r>
              <a:rPr kumimoji="1" lang="en-US" sz="4266" b="1" dirty="0">
                <a:solidFill>
                  <a:prstClr val="white"/>
                </a:solidFill>
                <a:latin typeface="Open Sans"/>
              </a:rPr>
              <a:t> </a:t>
            </a:r>
            <a:r>
              <a:rPr kumimoji="1" lang="en-US" sz="4266" b="1" dirty="0" err="1">
                <a:solidFill>
                  <a:prstClr val="white"/>
                </a:solidFill>
                <a:latin typeface="Open Sans"/>
              </a:rPr>
              <a:t>Traitement</a:t>
            </a:r>
            <a:r>
              <a:rPr kumimoji="1" lang="en-US" sz="4266" b="1" dirty="0">
                <a:solidFill>
                  <a:prstClr val="white"/>
                </a:solidFill>
                <a:latin typeface="Open Sans"/>
              </a:rPr>
              <a:t> Numérique du signal</a:t>
            </a:r>
          </a:p>
          <a:p>
            <a:pPr marL="0" indent="0" defTabSz="609630">
              <a:buNone/>
            </a:pPr>
            <a:r>
              <a:rPr kumimoji="1" lang="en-US" sz="4266" b="1" dirty="0" smtClean="0">
                <a:solidFill>
                  <a:prstClr val="white"/>
                </a:solidFill>
                <a:latin typeface="Open Sans"/>
              </a:rPr>
              <a:t>Ingénieur3- Sec-info</a:t>
            </a:r>
            <a:endParaRPr kumimoji="1" lang="en-US" sz="4266" b="1" dirty="0">
              <a:solidFill>
                <a:prstClr val="white"/>
              </a:solidFill>
              <a:latin typeface="Open Sans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5C5643E-4E43-41DC-8ABD-CF68E5D64727}"/>
              </a:ext>
            </a:extLst>
          </p:cNvPr>
          <p:cNvSpPr txBox="1">
            <a:spLocks/>
          </p:cNvSpPr>
          <p:nvPr/>
        </p:nvSpPr>
        <p:spPr>
          <a:xfrm>
            <a:off x="315099" y="546712"/>
            <a:ext cx="10972800" cy="1357469"/>
          </a:xfrm>
          <a:prstGeom prst="rect">
            <a:avLst/>
          </a:prstGeom>
          <a:noFill/>
          <a:effectLst/>
        </p:spPr>
        <p:txBody>
          <a:bodyPr vert="horz" lIns="121909" tIns="60955" rIns="121909" bIns="60955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76200" dist="38100" dir="3000000" algn="ctr" rotWithShape="0">
                    <a:schemeClr val="tx1">
                      <a:alpha val="41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 defTabSz="609630"/>
            <a:r>
              <a:rPr kumimoji="1" lang="fr-FR" sz="4266" b="1" dirty="0">
                <a:solidFill>
                  <a:prstClr val="white"/>
                </a:solidFill>
                <a:effectLst>
                  <a:outerShdw blurRad="76200" dist="38100" dir="3000000" algn="ctr" rotWithShape="0">
                    <a:srgbClr val="1C1C1C">
                      <a:alpha val="41000"/>
                    </a:srgbClr>
                  </a:outerShdw>
                </a:effectLst>
                <a:latin typeface="Open Sans"/>
                <a:ea typeface="+mn-ea"/>
              </a:rPr>
              <a:t>Université des Sciences et de la Technologie d’Oran- -Mohamed Boudiaf-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9C57DB2-D5E2-4172-9A29-AC4A4A0F6806}"/>
              </a:ext>
            </a:extLst>
          </p:cNvPr>
          <p:cNvSpPr txBox="1">
            <a:spLocks/>
          </p:cNvSpPr>
          <p:nvPr/>
        </p:nvSpPr>
        <p:spPr>
          <a:xfrm>
            <a:off x="530" y="5261302"/>
            <a:ext cx="4263170" cy="1832301"/>
          </a:xfrm>
          <a:prstGeom prst="rect">
            <a:avLst/>
          </a:prstGeom>
          <a:noFill/>
          <a:ln w="9525" cap="flat" cmpd="sng" algn="ctr">
            <a:solidFill>
              <a:schemeClr val="bg2"/>
            </a:solidFill>
            <a:prstDash val="soli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09" tIns="60955" rIns="121909" bIns="60955" rtlCol="0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09630"/>
            <a:r>
              <a:rPr kumimoji="1" lang="en-US" sz="3733" b="1" dirty="0" err="1">
                <a:solidFill>
                  <a:srgbClr val="002060"/>
                </a:solidFill>
                <a:latin typeface="Open Sans"/>
              </a:rPr>
              <a:t>Présenté</a:t>
            </a:r>
            <a:r>
              <a:rPr kumimoji="1" lang="en-US" sz="3733" b="1" dirty="0">
                <a:solidFill>
                  <a:srgbClr val="002060"/>
                </a:solidFill>
                <a:latin typeface="Open Sans"/>
              </a:rPr>
              <a:t> par :</a:t>
            </a:r>
          </a:p>
          <a:p>
            <a:pPr algn="l" defTabSz="609630"/>
            <a:r>
              <a:rPr kumimoji="1" lang="en-US" sz="3466" b="1" dirty="0">
                <a:solidFill>
                  <a:srgbClr val="002060"/>
                </a:solidFill>
                <a:latin typeface="Open Sans"/>
              </a:rPr>
              <a:t>Dr NEGGAZ Nabil</a:t>
            </a:r>
            <a:endParaRPr kumimoji="1" lang="en-US" sz="3466" b="1" i="1" dirty="0">
              <a:solidFill>
                <a:srgbClr val="002060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14345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 animBg="1"/>
      <p:bldP spid="13" grpId="0"/>
      <p:bldP spid="14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3">
            <a:extLst>
              <a:ext uri="{FF2B5EF4-FFF2-40B4-BE49-F238E27FC236}">
                <a16:creationId xmlns:a16="http://schemas.microsoft.com/office/drawing/2014/main" id="{50AF5E4C-005F-4405-8484-4CDB51F2EC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9" r="10559"/>
          <a:stretch>
            <a:fillRect/>
          </a:stretch>
        </p:blipFill>
        <p:spPr>
          <a:xfrm>
            <a:off x="530" y="15875"/>
            <a:ext cx="12190942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テキスト プレースホルダー 1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ja-JP" sz="3600" b="1" dirty="0" err="1" smtClean="0"/>
              <a:t>Chapitre</a:t>
            </a:r>
            <a:r>
              <a:rPr lang="en-US" altLang="ja-JP" sz="3600" b="1" dirty="0" smtClean="0"/>
              <a:t> 2</a:t>
            </a:r>
            <a:endParaRPr lang="ja-JP" altLang="en-US" sz="3600" b="1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8"/>
          </p:nvPr>
        </p:nvSpPr>
        <p:spPr>
          <a:solidFill>
            <a:srgbClr val="5BB8D1">
              <a:alpha val="80000"/>
            </a:srgbClr>
          </a:solidFill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9"/>
          </p:nvPr>
        </p:nvSpPr>
        <p:spPr>
          <a:solidFill>
            <a:srgbClr val="B143DD">
              <a:alpha val="80000"/>
            </a:srgbClr>
          </a:solidFill>
        </p:spPr>
        <p:txBody>
          <a:bodyPr>
            <a:normAutofit fontScale="77500" lnSpcReduction="20000"/>
          </a:bodyPr>
          <a:lstStyle/>
          <a:p>
            <a:endParaRPr kumimoji="1" lang="ja-JP" altLang="en-US" dirty="0"/>
          </a:p>
        </p:txBody>
      </p:sp>
      <p:pic>
        <p:nvPicPr>
          <p:cNvPr id="12" name="図プレースホルダー 11"/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4364345"/>
      </p:ext>
    </p:extLst>
  </p:cSld>
  <p:clrMapOvr>
    <a:masterClrMapping/>
  </p:clrMapOvr>
  <p:transition spd="slow" advTm="4228"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A90115C-8157-4BEC-AD41-974D22746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878" y="2882806"/>
            <a:ext cx="4359348" cy="2404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179969" tIns="93584" rIns="179969" bIns="93584">
            <a:spAutoFit/>
          </a:bodyPr>
          <a:lstStyle/>
          <a:p>
            <a:pPr algn="ctr" defTabSz="1828603" fontAlgn="base">
              <a:spcBef>
                <a:spcPct val="0"/>
              </a:spcBef>
              <a:spcAft>
                <a:spcPct val="0"/>
              </a:spcAft>
            </a:pPr>
            <a:r>
              <a:rPr lang="fr-FR" sz="3600" b="1" dirty="0">
                <a:solidFill>
                  <a:srgbClr val="C00000"/>
                </a:solidFill>
                <a:latin typeface="Times New Roman" pitchFamily="18" charset="0"/>
                <a:cs typeface="Arial"/>
              </a:rPr>
              <a:t>Chapitre </a:t>
            </a:r>
            <a:r>
              <a:rPr lang="fr-FR" sz="3600" b="1" dirty="0" smtClean="0">
                <a:solidFill>
                  <a:srgbClr val="C00000"/>
                </a:solidFill>
                <a:latin typeface="Times New Roman" pitchFamily="18" charset="0"/>
                <a:cs typeface="Arial"/>
              </a:rPr>
              <a:t>2</a:t>
            </a:r>
            <a:endParaRPr lang="fr-FR" sz="3600" b="1" dirty="0">
              <a:solidFill>
                <a:srgbClr val="C00000"/>
              </a:solidFill>
              <a:latin typeface="Times New Roman" pitchFamily="18" charset="0"/>
              <a:cs typeface="Arial"/>
            </a:endParaRPr>
          </a:p>
          <a:p>
            <a:pPr algn="ctr" defTabSz="1828603" fontAlgn="base">
              <a:spcBef>
                <a:spcPct val="0"/>
              </a:spcBef>
              <a:spcAft>
                <a:spcPct val="0"/>
              </a:spcAft>
            </a:pPr>
            <a:r>
              <a:rPr lang="it-IT" sz="3600" b="1" dirty="0" smtClean="0">
                <a:solidFill>
                  <a:srgbClr val="C00000"/>
                </a:solidFill>
                <a:latin typeface="Times New Roman" pitchFamily="18" charset="0"/>
                <a:cs typeface="Arial"/>
              </a:rPr>
              <a:t>Traitement </a:t>
            </a:r>
            <a:r>
              <a:rPr lang="it-IT" sz="3600" b="1" dirty="0" smtClean="0">
                <a:solidFill>
                  <a:srgbClr val="C00000"/>
                </a:solidFill>
                <a:latin typeface="Times New Roman" pitchFamily="18" charset="0"/>
                <a:cs typeface="Arial"/>
              </a:rPr>
              <a:t>des </a:t>
            </a:r>
            <a:r>
              <a:rPr lang="it-IT" sz="3600" b="1" dirty="0" smtClean="0">
                <a:solidFill>
                  <a:srgbClr val="C00000"/>
                </a:solidFill>
                <a:latin typeface="Times New Roman" pitchFamily="18" charset="0"/>
                <a:cs typeface="Arial"/>
              </a:rPr>
              <a:t>signaux </a:t>
            </a:r>
          </a:p>
          <a:p>
            <a:pPr algn="ctr" defTabSz="1828603" fontAlgn="base">
              <a:spcBef>
                <a:spcPct val="0"/>
              </a:spcBef>
              <a:spcAft>
                <a:spcPct val="0"/>
              </a:spcAft>
            </a:pPr>
            <a:r>
              <a:rPr lang="it-IT" sz="3600" b="1" dirty="0" smtClean="0">
                <a:solidFill>
                  <a:srgbClr val="C00000"/>
                </a:solidFill>
                <a:latin typeface="Times New Roman" pitchFamily="18" charset="0"/>
                <a:cs typeface="Arial"/>
              </a:rPr>
              <a:t>Analogiques</a:t>
            </a:r>
            <a:endParaRPr lang="it-IT" sz="3600" b="1" dirty="0" smtClean="0">
              <a:solidFill>
                <a:srgbClr val="C00000"/>
              </a:solidFill>
              <a:latin typeface="Times New Roman" pitchFamily="18" charset="0"/>
              <a:cs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8294A0-51AA-4EC2-B41B-ED117394BE7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1771" y="1087748"/>
            <a:ext cx="1382215" cy="10857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82B273F-1EEA-4049-987A-A4343D63BCF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82731" y="4895007"/>
            <a:ext cx="1900472" cy="14593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491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8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45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2017102" y="698813"/>
            <a:ext cx="752020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chemeClr val="accent4"/>
                </a:solidFill>
                <a:latin typeface="Arial" pitchFamily="34" charset="0"/>
              </a:rPr>
              <a:t>Transformée de Fourier – Partie 2</a:t>
            </a:r>
            <a:endParaRPr lang="fr-FR" sz="3600" b="1" dirty="0">
              <a:solidFill>
                <a:schemeClr val="accent4"/>
              </a:solidFill>
              <a:latin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02993" y="1375780"/>
            <a:ext cx="1105661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 smtClean="0">
                <a:solidFill>
                  <a:schemeClr val="accent2"/>
                </a:solidFill>
              </a:rPr>
              <a:t>Définition: </a:t>
            </a:r>
            <a:r>
              <a:rPr lang="it-IT" sz="2400" b="1" dirty="0" smtClean="0"/>
              <a:t>est un outil mathématique utilisé pour l’analyse fréquentielle des signaux. </a:t>
            </a:r>
            <a:r>
              <a:rPr lang="it-IT" sz="2400" b="1" dirty="0" smtClean="0">
                <a:solidFill>
                  <a:schemeClr val="accent2"/>
                </a:solidFill>
              </a:rPr>
              <a:t>TF </a:t>
            </a:r>
            <a:r>
              <a:rPr lang="it-IT" sz="2400" b="1" dirty="0" smtClean="0"/>
              <a:t>génère la représentation fréquentielle</a:t>
            </a:r>
            <a:endParaRPr lang="fr-FR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354789"/>
              </p:ext>
            </p:extLst>
          </p:nvPr>
        </p:nvGraphicFramePr>
        <p:xfrm>
          <a:off x="2017102" y="2391329"/>
          <a:ext cx="8128000" cy="11580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221817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1735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Domaine temporel x(t)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Domaine fréquentiel X(f)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5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 smtClean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07834"/>
                  </a:ext>
                </a:extLst>
              </a:tr>
            </a:tbl>
          </a:graphicData>
        </a:graphic>
      </p:graphicFrame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342993"/>
              </p:ext>
            </p:extLst>
          </p:nvPr>
        </p:nvGraphicFramePr>
        <p:xfrm>
          <a:off x="4119716" y="2765191"/>
          <a:ext cx="3466214" cy="76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6" name="Équation" r:id="rId4" imgW="1040948" imgH="228501" progId="Equation.3">
                  <p:embed/>
                </p:oleObj>
              </mc:Choice>
              <mc:Fallback>
                <p:oleObj name="Équation" r:id="rId4" imgW="1040948" imgH="22850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716" y="2765191"/>
                        <a:ext cx="3466214" cy="7608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77494"/>
              </p:ext>
            </p:extLst>
          </p:nvPr>
        </p:nvGraphicFramePr>
        <p:xfrm>
          <a:off x="2084438" y="4670249"/>
          <a:ext cx="8128000" cy="11580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221817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1735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Domaine fréquentiel X(f)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Domaine temporel x(t)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5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 smtClean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07834"/>
                  </a:ext>
                </a:extLst>
              </a:tr>
            </a:tbl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644898"/>
              </p:ext>
            </p:extLst>
          </p:nvPr>
        </p:nvGraphicFramePr>
        <p:xfrm>
          <a:off x="4119716" y="4973412"/>
          <a:ext cx="3718758" cy="85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7" name="Équation" r:id="rId6" imgW="1130040" imgH="253800" progId="Equation.3">
                  <p:embed/>
                </p:oleObj>
              </mc:Choice>
              <mc:Fallback>
                <p:oleObj name="Équation" r:id="rId6" imgW="113004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716" y="4973412"/>
                        <a:ext cx="3718758" cy="85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990046"/>
              </p:ext>
            </p:extLst>
          </p:nvPr>
        </p:nvGraphicFramePr>
        <p:xfrm>
          <a:off x="4537018" y="3621353"/>
          <a:ext cx="2870937" cy="1002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8" name="Équation" r:id="rId8" imgW="1346200" imgH="469900" progId="Equation.3">
                  <p:embed/>
                </p:oleObj>
              </mc:Choice>
              <mc:Fallback>
                <p:oleObj name="Équation" r:id="rId8" imgW="1346200" imgH="469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18" y="3621353"/>
                        <a:ext cx="2870937" cy="10021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343875"/>
              </p:ext>
            </p:extLst>
          </p:nvPr>
        </p:nvGraphicFramePr>
        <p:xfrm>
          <a:off x="4417469" y="5833481"/>
          <a:ext cx="2990488" cy="1024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9" name="Équation" r:id="rId10" imgW="1371600" imgH="469900" progId="Equation.3">
                  <p:embed/>
                </p:oleObj>
              </mc:Choice>
              <mc:Fallback>
                <p:oleObj name="Équation" r:id="rId10" imgW="13716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469" y="5833481"/>
                        <a:ext cx="2990488" cy="10245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32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46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719870" y="732883"/>
            <a:ext cx="962334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Transformée de </a:t>
            </a: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Fourier-Impulsion de Dirac</a:t>
            </a:r>
            <a:endParaRPr lang="fr-FR" sz="36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88" y="2328634"/>
            <a:ext cx="4302559" cy="3398398"/>
          </a:xfrm>
          <a:prstGeom prst="rect">
            <a:avLst/>
          </a:prstGeom>
        </p:spPr>
      </p:pic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661335"/>
              </p:ext>
            </p:extLst>
          </p:nvPr>
        </p:nvGraphicFramePr>
        <p:xfrm>
          <a:off x="10222028" y="3419659"/>
          <a:ext cx="1662819" cy="107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5" name="Équation" r:id="rId5" imgW="723586" imgH="469696" progId="Equation.3">
                  <p:embed/>
                </p:oleObj>
              </mc:Choice>
              <mc:Fallback>
                <p:oleObj name="Équation" r:id="rId5" imgW="723586" imgH="469696" progId="Equation.3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2028" y="3419659"/>
                        <a:ext cx="1662819" cy="1079374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228291"/>
              </p:ext>
            </p:extLst>
          </p:nvPr>
        </p:nvGraphicFramePr>
        <p:xfrm>
          <a:off x="600834" y="3078605"/>
          <a:ext cx="3731628" cy="1302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6" name="Équation" r:id="rId7" imgW="1346200" imgH="469900" progId="Equation.3">
                  <p:embed/>
                </p:oleObj>
              </mc:Choice>
              <mc:Fallback>
                <p:oleObj name="Équation" r:id="rId7" imgW="1346200" imgH="469900" progId="Equation.3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34" y="3078605"/>
                        <a:ext cx="3731628" cy="1302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976277"/>
              </p:ext>
            </p:extLst>
          </p:nvPr>
        </p:nvGraphicFramePr>
        <p:xfrm>
          <a:off x="510047" y="2317729"/>
          <a:ext cx="3466214" cy="76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7" name="Équation" r:id="rId9" imgW="1040948" imgH="228501" progId="Equation.3">
                  <p:embed/>
                </p:oleObj>
              </mc:Choice>
              <mc:Fallback>
                <p:oleObj name="Équation" r:id="rId9" imgW="1040948" imgH="228501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47" y="2317729"/>
                        <a:ext cx="3466214" cy="7608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0" y="1529884"/>
            <a:ext cx="67341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Le produit entre un signal s(t) et l’impulsion de Dirac :</a:t>
            </a:r>
            <a:endParaRPr lang="fr-FR" b="1" dirty="0"/>
          </a:p>
        </p:txBody>
      </p:sp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384197"/>
              </p:ext>
            </p:extLst>
          </p:nvPr>
        </p:nvGraphicFramePr>
        <p:xfrm>
          <a:off x="6901231" y="1502422"/>
          <a:ext cx="3606177" cy="42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8" name="Équation" r:id="rId11" imgW="1943100" imgH="228600" progId="Equation.3">
                  <p:embed/>
                </p:oleObj>
              </mc:Choice>
              <mc:Fallback>
                <p:oleObj name="Équation" r:id="rId11" imgW="1943100" imgH="228600" progId="Equation.3">
                  <p:embed/>
                  <p:pic>
                    <p:nvPicPr>
                      <p:cNvPr id="23" name="Obje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1231" y="1502422"/>
                        <a:ext cx="3606177" cy="424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117428"/>
              </p:ext>
            </p:extLst>
          </p:nvPr>
        </p:nvGraphicFramePr>
        <p:xfrm>
          <a:off x="103424" y="4364557"/>
          <a:ext cx="7478864" cy="106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9" name="Équation" r:id="rId13" imgW="3314700" imgH="469900" progId="Equation.3">
                  <p:embed/>
                </p:oleObj>
              </mc:Choice>
              <mc:Fallback>
                <p:oleObj name="Équation" r:id="rId13" imgW="33147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24" y="4364557"/>
                        <a:ext cx="7478864" cy="1060222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827842"/>
              </p:ext>
            </p:extLst>
          </p:nvPr>
        </p:nvGraphicFramePr>
        <p:xfrm>
          <a:off x="2243154" y="5627320"/>
          <a:ext cx="2352053" cy="682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0" name="Équation" r:id="rId15" imgW="787400" imgH="228600" progId="Equation.3">
                  <p:embed/>
                </p:oleObj>
              </mc:Choice>
              <mc:Fallback>
                <p:oleObj name="Équation" r:id="rId15" imgW="787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54" y="5627320"/>
                        <a:ext cx="2352053" cy="682854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0000">
                              <a:tint val="66000"/>
                              <a:satMod val="160000"/>
                            </a:srgbClr>
                          </a:gs>
                          <a:gs pos="50000">
                            <a:srgbClr val="FF0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0000">
                              <a:tint val="23500"/>
                              <a:satMod val="160000"/>
                            </a:srgbClr>
                          </a:gs>
                        </a:gsLst>
                        <a:lin ang="10800000" scaled="1"/>
                        <a:tileRect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191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47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78530" y="732883"/>
            <a:ext cx="1064926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Transformée de </a:t>
            </a: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Fourier inverse du pic de Dirac </a:t>
            </a:r>
            <a:endParaRPr lang="fr-FR" sz="36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1613" y="20589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477279"/>
              </p:ext>
            </p:extLst>
          </p:nvPr>
        </p:nvGraphicFramePr>
        <p:xfrm>
          <a:off x="98069" y="2058931"/>
          <a:ext cx="11995862" cy="1232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3" name="Équation" r:id="rId4" imgW="4572000" imgH="469900" progId="Equation.3">
                  <p:embed/>
                </p:oleObj>
              </mc:Choice>
              <mc:Fallback>
                <p:oleObj name="Équation" r:id="rId4" imgW="45720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69" y="2058931"/>
                        <a:ext cx="11995862" cy="1232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68361" y="35463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475085"/>
              </p:ext>
            </p:extLst>
          </p:nvPr>
        </p:nvGraphicFramePr>
        <p:xfrm>
          <a:off x="1268360" y="3546364"/>
          <a:ext cx="2789931" cy="738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4" name="Équation" r:id="rId6" imgW="863225" imgH="228501" progId="Equation.3">
                  <p:embed/>
                </p:oleObj>
              </mc:Choice>
              <mc:Fallback>
                <p:oleObj name="Équation" r:id="rId6" imgW="863225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360" y="3546364"/>
                        <a:ext cx="2789931" cy="73851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01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48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59642" y="192913"/>
            <a:ext cx="970028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C00000"/>
                </a:solidFill>
                <a:latin typeface="Arial" pitchFamily="34" charset="0"/>
              </a:rPr>
              <a:t>Les propriétés de laTransformée </a:t>
            </a:r>
            <a:r>
              <a:rPr lang="it-IT" sz="3600" b="1" dirty="0" smtClean="0">
                <a:solidFill>
                  <a:srgbClr val="C00000"/>
                </a:solidFill>
                <a:latin typeface="Arial" pitchFamily="34" charset="0"/>
              </a:rPr>
              <a:t>de Fourier</a:t>
            </a:r>
            <a:endParaRPr lang="fr-FR" sz="3600" b="1" dirty="0">
              <a:solidFill>
                <a:srgbClr val="C00000"/>
              </a:solidFill>
              <a:latin typeface="Arial" pitchFamily="34" charset="0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11852"/>
              </p:ext>
            </p:extLst>
          </p:nvPr>
        </p:nvGraphicFramePr>
        <p:xfrm>
          <a:off x="137652" y="1386778"/>
          <a:ext cx="11739716" cy="5034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845">
                  <a:extLst>
                    <a:ext uri="{9D8B030D-6E8A-4147-A177-3AD203B41FA5}">
                      <a16:colId xmlns:a16="http://schemas.microsoft.com/office/drawing/2014/main" val="2982177176"/>
                    </a:ext>
                  </a:extLst>
                </a:gridCol>
                <a:gridCol w="4351320">
                  <a:extLst>
                    <a:ext uri="{9D8B030D-6E8A-4147-A177-3AD203B41FA5}">
                      <a16:colId xmlns:a16="http://schemas.microsoft.com/office/drawing/2014/main" val="3000753563"/>
                    </a:ext>
                  </a:extLst>
                </a:gridCol>
                <a:gridCol w="4448551">
                  <a:extLst>
                    <a:ext uri="{9D8B030D-6E8A-4147-A177-3AD203B41FA5}">
                      <a16:colId xmlns:a16="http://schemas.microsoft.com/office/drawing/2014/main" val="624345742"/>
                    </a:ext>
                  </a:extLst>
                </a:gridCol>
              </a:tblGrid>
              <a:tr h="491183">
                <a:tc>
                  <a:txBody>
                    <a:bodyPr/>
                    <a:lstStyle/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0885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smtClean="0"/>
                        <a:t>La représentation temporelle</a:t>
                      </a:r>
                      <a:endParaRPr lang="fr-F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La représentation fréquentielle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134077"/>
                  </a:ext>
                </a:extLst>
              </a:tr>
              <a:tr h="35396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linéarité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078480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Décalage temporel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189947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Décalage fréquentiel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80647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Produit</a:t>
                      </a:r>
                      <a:r>
                        <a:rPr lang="it-IT" sz="1800" b="1" baseline="0" dirty="0" smtClean="0"/>
                        <a:t> de convolution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156300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Théorème</a:t>
                      </a:r>
                      <a:r>
                        <a:rPr lang="it-IT" sz="1800" b="1" baseline="0" dirty="0" smtClean="0"/>
                        <a:t> de dérivéé</a:t>
                      </a:r>
                      <a:endParaRPr lang="it-IT" sz="1800" b="1" dirty="0" smtClean="0"/>
                    </a:p>
                    <a:p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67010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Modulation</a:t>
                      </a:r>
                    </a:p>
                    <a:p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71049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Dualité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567715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Changement d’échelle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 smtClean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253251"/>
                  </a:ext>
                </a:extLst>
              </a:tr>
              <a:tr h="420992">
                <a:tc>
                  <a:txBody>
                    <a:bodyPr/>
                    <a:lstStyle/>
                    <a:p>
                      <a:r>
                        <a:rPr lang="it-IT" sz="1800" b="1" dirty="0" smtClean="0"/>
                        <a:t>Corrélation 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472785"/>
                  </a:ext>
                </a:extLst>
              </a:tr>
            </a:tbl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998683"/>
              </p:ext>
            </p:extLst>
          </p:nvPr>
        </p:nvGraphicFramePr>
        <p:xfrm>
          <a:off x="4031226" y="1828548"/>
          <a:ext cx="1592826" cy="45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7" name="Équation" r:id="rId4" imgW="761669" imgH="215806" progId="Equation.3">
                  <p:embed/>
                </p:oleObj>
              </mc:Choice>
              <mc:Fallback>
                <p:oleObj name="Équation" r:id="rId4" imgW="761669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226" y="1828548"/>
                        <a:ext cx="1592826" cy="4513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950901"/>
              </p:ext>
            </p:extLst>
          </p:nvPr>
        </p:nvGraphicFramePr>
        <p:xfrm>
          <a:off x="8267773" y="1887794"/>
          <a:ext cx="1890110" cy="42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8" name="Équation" r:id="rId6" imgW="964781" imgH="215806" progId="Equation.3">
                  <p:embed/>
                </p:oleObj>
              </mc:Choice>
              <mc:Fallback>
                <p:oleObj name="Équation" r:id="rId6" imgW="964781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773" y="1887794"/>
                        <a:ext cx="1890110" cy="422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326193" y="28054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13371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87277"/>
              </p:ext>
            </p:extLst>
          </p:nvPr>
        </p:nvGraphicFramePr>
        <p:xfrm>
          <a:off x="4444181" y="2669563"/>
          <a:ext cx="1386008" cy="479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59" name="Équation" r:id="rId8" imgW="660400" imgH="228600" progId="Equation.3">
                  <p:embed/>
                </p:oleObj>
              </mc:Choice>
              <mc:Fallback>
                <p:oleObj name="Équation" r:id="rId8" imgW="6604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181" y="2669563"/>
                        <a:ext cx="1386008" cy="4797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407305"/>
              </p:ext>
            </p:extLst>
          </p:nvPr>
        </p:nvGraphicFramePr>
        <p:xfrm>
          <a:off x="8878529" y="2733435"/>
          <a:ext cx="1144679" cy="39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0" name="Équation" r:id="rId10" imgW="660400" imgH="228600" progId="Equation.3">
                  <p:embed/>
                </p:oleObj>
              </mc:Choice>
              <mc:Fallback>
                <p:oleObj name="Équation" r:id="rId10" imgW="6604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8529" y="2733435"/>
                        <a:ext cx="1144679" cy="396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722996"/>
              </p:ext>
            </p:extLst>
          </p:nvPr>
        </p:nvGraphicFramePr>
        <p:xfrm>
          <a:off x="4573638" y="2245112"/>
          <a:ext cx="1050414" cy="472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1" name="Équation" r:id="rId12" imgW="508000" imgH="228600" progId="Equation.3">
                  <p:embed/>
                </p:oleObj>
              </mc:Choice>
              <mc:Fallback>
                <p:oleObj name="Équation" r:id="rId12" imgW="5080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638" y="2245112"/>
                        <a:ext cx="1050414" cy="4726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820047"/>
              </p:ext>
            </p:extLst>
          </p:nvPr>
        </p:nvGraphicFramePr>
        <p:xfrm>
          <a:off x="8577144" y="2265581"/>
          <a:ext cx="1758626" cy="452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2" name="Équation" r:id="rId14" imgW="889000" imgH="228600" progId="Equation.3">
                  <p:embed/>
                </p:oleObj>
              </mc:Choice>
              <mc:Fallback>
                <p:oleObj name="Équation" r:id="rId14" imgW="8890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144" y="2265581"/>
                        <a:ext cx="1758626" cy="4522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347014"/>
              </p:ext>
            </p:extLst>
          </p:nvPr>
        </p:nvGraphicFramePr>
        <p:xfrm>
          <a:off x="4878439" y="4866458"/>
          <a:ext cx="745613" cy="45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3" name="Équation" r:id="rId16" imgW="330057" imgH="203112" progId="Equation.3">
                  <p:embed/>
                </p:oleObj>
              </mc:Choice>
              <mc:Fallback>
                <p:oleObj name="Équation" r:id="rId16" imgW="330057" imgH="203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439" y="4866458"/>
                        <a:ext cx="745613" cy="458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504162"/>
              </p:ext>
            </p:extLst>
          </p:nvPr>
        </p:nvGraphicFramePr>
        <p:xfrm>
          <a:off x="9000142" y="4866458"/>
          <a:ext cx="812377" cy="39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4" name="Équation" r:id="rId18" imgW="444114" imgH="215713" progId="Equation.3">
                  <p:embed/>
                </p:oleObj>
              </mc:Choice>
              <mc:Fallback>
                <p:oleObj name="Équation" r:id="rId18" imgW="444114" imgH="21571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142" y="4866458"/>
                        <a:ext cx="812377" cy="3945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42"/>
          <p:cNvSpPr>
            <a:spLocks noChangeArrowheads="1"/>
          </p:cNvSpPr>
          <p:nvPr/>
        </p:nvSpPr>
        <p:spPr bwMode="auto">
          <a:xfrm>
            <a:off x="0" y="124869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0" name="Obje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716193"/>
              </p:ext>
            </p:extLst>
          </p:nvPr>
        </p:nvGraphicFramePr>
        <p:xfrm>
          <a:off x="4237704" y="3116108"/>
          <a:ext cx="1388081" cy="49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5" name="Équation" r:id="rId20" imgW="609336" imgH="215806" progId="Equation.3">
                  <p:embed/>
                </p:oleObj>
              </mc:Choice>
              <mc:Fallback>
                <p:oleObj name="Équation" r:id="rId20" imgW="609336" imgH="21580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704" y="3116108"/>
                        <a:ext cx="1388081" cy="491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773587"/>
              </p:ext>
            </p:extLst>
          </p:nvPr>
        </p:nvGraphicFramePr>
        <p:xfrm>
          <a:off x="8823338" y="3179880"/>
          <a:ext cx="1334545" cy="365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6" name="Équation" r:id="rId22" imgW="787058" imgH="215806" progId="Equation.3">
                  <p:embed/>
                </p:oleObj>
              </mc:Choice>
              <mc:Fallback>
                <p:oleObj name="Équation" r:id="rId22" imgW="787058" imgH="215806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3338" y="3179880"/>
                        <a:ext cx="1334545" cy="365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10824"/>
              </p:ext>
            </p:extLst>
          </p:nvPr>
        </p:nvGraphicFramePr>
        <p:xfrm>
          <a:off x="3889580" y="4216158"/>
          <a:ext cx="2117930" cy="488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7" name="Équation" r:id="rId24" imgW="990600" imgH="228600" progId="Equation.3">
                  <p:embed/>
                </p:oleObj>
              </mc:Choice>
              <mc:Fallback>
                <p:oleObj name="Équation" r:id="rId24" imgW="990600" imgH="2286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580" y="4216158"/>
                        <a:ext cx="2117930" cy="488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252062"/>
              </p:ext>
            </p:extLst>
          </p:nvPr>
        </p:nvGraphicFramePr>
        <p:xfrm>
          <a:off x="4493734" y="3502586"/>
          <a:ext cx="769409" cy="722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8" name="Équation" r:id="rId26" imgW="457200" imgH="419100" progId="Equation.3">
                  <p:embed/>
                </p:oleObj>
              </mc:Choice>
              <mc:Fallback>
                <p:oleObj name="Équation" r:id="rId26" imgW="457200" imgH="41910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734" y="3502586"/>
                        <a:ext cx="769409" cy="722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122195"/>
              </p:ext>
            </p:extLst>
          </p:nvPr>
        </p:nvGraphicFramePr>
        <p:xfrm>
          <a:off x="8760052" y="3639966"/>
          <a:ext cx="1461115" cy="420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69" name="Équation" r:id="rId28" imgW="838200" imgH="241300" progId="Equation.3">
                  <p:embed/>
                </p:oleObj>
              </mc:Choice>
              <mc:Fallback>
                <p:oleObj name="Équation" r:id="rId28" imgW="838200" imgH="24130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0052" y="3639966"/>
                        <a:ext cx="1461115" cy="4206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219549"/>
              </p:ext>
            </p:extLst>
          </p:nvPr>
        </p:nvGraphicFramePr>
        <p:xfrm>
          <a:off x="4895608" y="5224960"/>
          <a:ext cx="770020" cy="440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0" name="Équation" r:id="rId30" imgW="355292" imgH="203024" progId="Equation.3">
                  <p:embed/>
                </p:oleObj>
              </mc:Choice>
              <mc:Fallback>
                <p:oleObj name="Équation" r:id="rId30" imgW="355292" imgH="203024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608" y="5224960"/>
                        <a:ext cx="770020" cy="4400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777292"/>
              </p:ext>
            </p:extLst>
          </p:nvPr>
        </p:nvGraphicFramePr>
        <p:xfrm>
          <a:off x="9041718" y="5149544"/>
          <a:ext cx="908437" cy="85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1" name="Équation" r:id="rId32" imgW="457200" imgH="431800" progId="Equation.3">
                  <p:embed/>
                </p:oleObj>
              </mc:Choice>
              <mc:Fallback>
                <p:oleObj name="Équation" r:id="rId32" imgW="457200" imgH="43180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1718" y="5149544"/>
                        <a:ext cx="908437" cy="8579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81"/>
          <p:cNvSpPr>
            <a:spLocks noChangeArrowheads="1"/>
          </p:cNvSpPr>
          <p:nvPr/>
        </p:nvSpPr>
        <p:spPr bwMode="auto">
          <a:xfrm>
            <a:off x="750772" y="62719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6" name="Rectangle 115"/>
          <p:cNvSpPr>
            <a:spLocks noChangeArrowheads="1"/>
          </p:cNvSpPr>
          <p:nvPr/>
        </p:nvSpPr>
        <p:spPr bwMode="auto">
          <a:xfrm>
            <a:off x="4735629" y="6011782"/>
            <a:ext cx="1963554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7" name="Obje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78378"/>
              </p:ext>
            </p:extLst>
          </p:nvPr>
        </p:nvGraphicFramePr>
        <p:xfrm>
          <a:off x="4735629" y="6011783"/>
          <a:ext cx="810698" cy="481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2" name="Équation" r:id="rId34" imgW="406224" imgH="241195" progId="Equation.3">
                  <p:embed/>
                </p:oleObj>
              </mc:Choice>
              <mc:Fallback>
                <p:oleObj name="Équation" r:id="rId34" imgW="406224" imgH="241195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629" y="6011783"/>
                        <a:ext cx="810698" cy="481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91727"/>
              </p:ext>
            </p:extLst>
          </p:nvPr>
        </p:nvGraphicFramePr>
        <p:xfrm>
          <a:off x="8878529" y="5983405"/>
          <a:ext cx="1484542" cy="452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3" name="Équation" r:id="rId36" imgW="749300" imgH="228600" progId="Equation.3">
                  <p:embed/>
                </p:oleObj>
              </mc:Choice>
              <mc:Fallback>
                <p:oleObj name="Équation" r:id="rId36" imgW="749300" imgH="228600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8529" y="5983405"/>
                        <a:ext cx="1484542" cy="452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116073"/>
              </p:ext>
            </p:extLst>
          </p:nvPr>
        </p:nvGraphicFramePr>
        <p:xfrm>
          <a:off x="2911090" y="654334"/>
          <a:ext cx="2352053" cy="682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4" name="Équation" r:id="rId38" imgW="787400" imgH="228600" progId="Equation.3">
                  <p:embed/>
                </p:oleObj>
              </mc:Choice>
              <mc:Fallback>
                <p:oleObj name="Équation" r:id="rId38" imgW="787400" imgH="228600" progId="Equation.3">
                  <p:embed/>
                  <p:pic>
                    <p:nvPicPr>
                      <p:cNvPr id="15" name="Obje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090" y="654334"/>
                        <a:ext cx="2352053" cy="682854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44213"/>
              </p:ext>
            </p:extLst>
          </p:nvPr>
        </p:nvGraphicFramePr>
        <p:xfrm>
          <a:off x="6163357" y="648267"/>
          <a:ext cx="2789931" cy="670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5" name="Équation" r:id="rId40" imgW="863225" imgH="228501" progId="Equation.3">
                  <p:embed/>
                </p:oleObj>
              </mc:Choice>
              <mc:Fallback>
                <p:oleObj name="Équation" r:id="rId40" imgW="863225" imgH="228501" progId="Equation.3">
                  <p:embed/>
                  <p:pic>
                    <p:nvPicPr>
                      <p:cNvPr id="7" name="Obje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3357" y="648267"/>
                        <a:ext cx="2789931" cy="67039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ZoneTexte 51"/>
          <p:cNvSpPr txBox="1"/>
          <p:nvPr/>
        </p:nvSpPr>
        <p:spPr>
          <a:xfrm>
            <a:off x="182094" y="6464693"/>
            <a:ext cx="1129619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Calculer la TF des signaux suivants: </a:t>
            </a:r>
            <a:endParaRPr lang="fr-FR" b="1" dirty="0"/>
          </a:p>
        </p:txBody>
      </p:sp>
      <p:sp>
        <p:nvSpPr>
          <p:cNvPr id="53" name="Rectangle 283"/>
          <p:cNvSpPr>
            <a:spLocks noChangeArrowheads="1"/>
          </p:cNvSpPr>
          <p:nvPr/>
        </p:nvSpPr>
        <p:spPr bwMode="auto">
          <a:xfrm>
            <a:off x="0" y="56033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4" name="Obje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067838"/>
              </p:ext>
            </p:extLst>
          </p:nvPr>
        </p:nvGraphicFramePr>
        <p:xfrm>
          <a:off x="4594027" y="6456190"/>
          <a:ext cx="3138660" cy="37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6" name="Équation" r:id="rId42" imgW="1790700" imgH="215900" progId="Equation.3">
                  <p:embed/>
                </p:oleObj>
              </mc:Choice>
              <mc:Fallback>
                <p:oleObj name="Équation" r:id="rId42" imgW="1790700" imgH="215900" progId="Equation.3">
                  <p:embed/>
                  <p:pic>
                    <p:nvPicPr>
                      <p:cNvPr id="0" name="Object 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027" y="6456190"/>
                        <a:ext cx="3138660" cy="3784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327"/>
          <p:cNvSpPr>
            <a:spLocks noChangeArrowheads="1"/>
          </p:cNvSpPr>
          <p:nvPr/>
        </p:nvSpPr>
        <p:spPr bwMode="auto">
          <a:xfrm>
            <a:off x="0" y="29345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6" name="Obje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502509"/>
              </p:ext>
            </p:extLst>
          </p:nvPr>
        </p:nvGraphicFramePr>
        <p:xfrm>
          <a:off x="8104646" y="4050643"/>
          <a:ext cx="3363194" cy="81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77" name="Équation" r:id="rId44" imgW="1625600" imgH="393700" progId="Equation.3">
                  <p:embed/>
                </p:oleObj>
              </mc:Choice>
              <mc:Fallback>
                <p:oleObj name="Équation" r:id="rId44" imgW="1625600" imgH="393700" progId="Equation.3">
                  <p:embed/>
                  <p:pic>
                    <p:nvPicPr>
                      <p:cNvPr id="0" name="Object 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4646" y="4050643"/>
                        <a:ext cx="3363194" cy="8145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896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49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17635" y="1410456"/>
            <a:ext cx="607354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La  TF d’un signal périodique en cas général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71650" y="5116068"/>
            <a:ext cx="11296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La relation entre les coefficient complexes d’un signal et sa transformée</a:t>
            </a:r>
            <a:endParaRPr lang="fr-FR" b="1" dirty="0"/>
          </a:p>
        </p:txBody>
      </p:sp>
      <p:sp>
        <p:nvSpPr>
          <p:cNvPr id="14" name="Rectangle 13"/>
          <p:cNvSpPr/>
          <p:nvPr/>
        </p:nvSpPr>
        <p:spPr>
          <a:xfrm>
            <a:off x="1807810" y="463063"/>
            <a:ext cx="1039278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Transformée de </a:t>
            </a: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Fourier d’un signal périodique</a:t>
            </a:r>
            <a:endParaRPr lang="fr-FR" sz="36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60968" y="22348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686370"/>
              </p:ext>
            </p:extLst>
          </p:nvPr>
        </p:nvGraphicFramePr>
        <p:xfrm>
          <a:off x="5812848" y="1221883"/>
          <a:ext cx="6145617" cy="378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5" name="Équation" r:id="rId4" imgW="3670300" imgH="2260600" progId="Equation.3">
                  <p:embed/>
                </p:oleObj>
              </mc:Choice>
              <mc:Fallback>
                <p:oleObj name="Équation" r:id="rId4" imgW="3670300" imgH="2260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848" y="1221883"/>
                        <a:ext cx="6145617" cy="37851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254857"/>
              </p:ext>
            </p:extLst>
          </p:nvPr>
        </p:nvGraphicFramePr>
        <p:xfrm>
          <a:off x="447068" y="5581094"/>
          <a:ext cx="3253144" cy="1193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6" name="Équation" r:id="rId6" imgW="1384300" imgH="508000" progId="Equation.3">
                  <p:embed/>
                </p:oleObj>
              </mc:Choice>
              <mc:Fallback>
                <p:oleObj name="Équation" r:id="rId6" imgW="1384300" imgH="508000" progId="Equation.3">
                  <p:embed/>
                  <p:pic>
                    <p:nvPicPr>
                      <p:cNvPr id="24" name="Obje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68" y="5581094"/>
                        <a:ext cx="3253144" cy="11938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960594"/>
              </p:ext>
            </p:extLst>
          </p:nvPr>
        </p:nvGraphicFramePr>
        <p:xfrm>
          <a:off x="4003250" y="5526726"/>
          <a:ext cx="3731628" cy="1302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7" name="Équation" r:id="rId8" imgW="1346200" imgH="469900" progId="Equation.3">
                  <p:embed/>
                </p:oleObj>
              </mc:Choice>
              <mc:Fallback>
                <p:oleObj name="Équation" r:id="rId8" imgW="1346200" imgH="469900" progId="Equation.3">
                  <p:embed/>
                  <p:pic>
                    <p:nvPicPr>
                      <p:cNvPr id="8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250" y="5526726"/>
                        <a:ext cx="3731628" cy="1302549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8085755" y="5552078"/>
            <a:ext cx="2169372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468514"/>
              </p:ext>
            </p:extLst>
          </p:nvPr>
        </p:nvGraphicFramePr>
        <p:xfrm>
          <a:off x="7915632" y="5552078"/>
          <a:ext cx="3054708" cy="122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8" name="Équation" r:id="rId10" imgW="1015559" imgH="406224" progId="Equation.3">
                  <p:embed/>
                </p:oleObj>
              </mc:Choice>
              <mc:Fallback>
                <p:oleObj name="Équation" r:id="rId10" imgW="1015559" imgH="40622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632" y="5552078"/>
                        <a:ext cx="3054708" cy="1221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893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49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59656" y="698813"/>
            <a:ext cx="221086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FF0000"/>
                </a:solidFill>
                <a:latin typeface="Arial" pitchFamily="34" charset="0"/>
              </a:rPr>
              <a:t>Exercice </a:t>
            </a:r>
            <a:endParaRPr lang="fr-FR" sz="3600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17635" y="1655012"/>
            <a:ext cx="462012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Calculer la TF des signaux suivants: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71650" y="3039446"/>
            <a:ext cx="112961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Représenter le spectre d’amplitude/phase des signaux précédents dans le domaine fréquentiel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02668" y="3942618"/>
            <a:ext cx="112961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smtClean="0"/>
              <a:t>En déduire la TF du signal échelon unité</a:t>
            </a:r>
            <a:endParaRPr lang="fr-FR" b="1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185676"/>
              </p:ext>
            </p:extLst>
          </p:nvPr>
        </p:nvGraphicFramePr>
        <p:xfrm>
          <a:off x="317635" y="2142722"/>
          <a:ext cx="6492411" cy="82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73" name="Équation" r:id="rId4" imgW="3619500" imgH="457200" progId="Equation.3">
                  <p:embed/>
                </p:oleObj>
              </mc:Choice>
              <mc:Fallback>
                <p:oleObj name="Équation" r:id="rId4" imgW="36195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35" y="2142722"/>
                        <a:ext cx="6492411" cy="8200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791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50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2402995" y="100803"/>
            <a:ext cx="927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rectangulaire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281" y="65708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0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51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02995" y="100803"/>
            <a:ext cx="927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rectangulaire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17171" y="673975"/>
            <a:ext cx="147348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Méthode 1:</a:t>
            </a:r>
            <a:endParaRPr lang="it-IT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288" y="858641"/>
            <a:ext cx="5427700" cy="2385347"/>
          </a:xfrm>
          <a:prstGeom prst="rect">
            <a:avLst/>
          </a:prstGeom>
        </p:spPr>
      </p:pic>
      <p:graphicFrame>
        <p:nvGraphicFramePr>
          <p:cNvPr id="23" name="Obje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369166"/>
              </p:ext>
            </p:extLst>
          </p:nvPr>
        </p:nvGraphicFramePr>
        <p:xfrm>
          <a:off x="385944" y="2822177"/>
          <a:ext cx="5589210" cy="3706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4" name="Équation" r:id="rId5" imgW="2374900" imgH="1574800" progId="Equation.3">
                  <p:embed/>
                </p:oleObj>
              </mc:Choice>
              <mc:Fallback>
                <p:oleObj name="Équation" r:id="rId5" imgW="2374900" imgH="157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44" y="2822177"/>
                        <a:ext cx="5589210" cy="37062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609275"/>
              </p:ext>
            </p:extLst>
          </p:nvPr>
        </p:nvGraphicFramePr>
        <p:xfrm>
          <a:off x="249960" y="1466463"/>
          <a:ext cx="3731628" cy="1302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5" name="Équation" r:id="rId7" imgW="1346200" imgH="469900" progId="Equation.3">
                  <p:embed/>
                </p:oleObj>
              </mc:Choice>
              <mc:Fallback>
                <p:oleObj name="Équation" r:id="rId7" imgW="1346200" imgH="469900" progId="Equation.3">
                  <p:embed/>
                  <p:pic>
                    <p:nvPicPr>
                      <p:cNvPr id="8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60" y="1466463"/>
                        <a:ext cx="3731628" cy="130254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37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52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02995" y="100803"/>
            <a:ext cx="927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rectangulaire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68611"/>
              </p:ext>
            </p:extLst>
          </p:nvPr>
        </p:nvGraphicFramePr>
        <p:xfrm>
          <a:off x="414669" y="1474126"/>
          <a:ext cx="6084948" cy="499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0" name="Équation" r:id="rId4" imgW="2628900" imgH="215900" progId="Equation.3">
                  <p:embed/>
                </p:oleObj>
              </mc:Choice>
              <mc:Fallback>
                <p:oleObj name="Équation" r:id="rId4" imgW="2628900" imgH="215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69" y="1474126"/>
                        <a:ext cx="6084948" cy="4997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e 6"/>
          <p:cNvGrpSpPr/>
          <p:nvPr/>
        </p:nvGrpSpPr>
        <p:grpSpPr>
          <a:xfrm>
            <a:off x="8026184" y="1192978"/>
            <a:ext cx="4175926" cy="3434316"/>
            <a:chOff x="5088526" y="572641"/>
            <a:chExt cx="6847629" cy="4085037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526" y="572641"/>
              <a:ext cx="6847629" cy="4085037"/>
            </a:xfrm>
            <a:prstGeom prst="rect">
              <a:avLst/>
            </a:prstGeom>
          </p:spPr>
        </p:pic>
        <p:sp>
          <p:nvSpPr>
            <p:cNvPr id="6" name="Triangle isocèle 5"/>
            <p:cNvSpPr/>
            <p:nvPr/>
          </p:nvSpPr>
          <p:spPr>
            <a:xfrm>
              <a:off x="7219524" y="1110571"/>
              <a:ext cx="166636" cy="215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0" name="Triangle isocèle 9"/>
            <p:cNvSpPr/>
            <p:nvPr/>
          </p:nvSpPr>
          <p:spPr>
            <a:xfrm flipV="1">
              <a:off x="10093872" y="1216176"/>
              <a:ext cx="166636" cy="215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3" name="Triangle isocèle 12"/>
            <p:cNvSpPr/>
            <p:nvPr/>
          </p:nvSpPr>
          <p:spPr>
            <a:xfrm rot="5400000">
              <a:off x="6500052" y="1401199"/>
              <a:ext cx="166636" cy="215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4" name="Triangle isocèle 13"/>
            <p:cNvSpPr/>
            <p:nvPr/>
          </p:nvSpPr>
          <p:spPr>
            <a:xfrm rot="5400000">
              <a:off x="10671570" y="1415374"/>
              <a:ext cx="166636" cy="215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5" name="Triangle isocèle 14"/>
            <p:cNvSpPr/>
            <p:nvPr/>
          </p:nvSpPr>
          <p:spPr>
            <a:xfrm rot="5400000">
              <a:off x="8523785" y="936908"/>
              <a:ext cx="166636" cy="2152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</p:grp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35105"/>
              </p:ext>
            </p:extLst>
          </p:nvPr>
        </p:nvGraphicFramePr>
        <p:xfrm>
          <a:off x="4843709" y="334308"/>
          <a:ext cx="3720259" cy="1039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1" name="Équation" r:id="rId7" imgW="1726451" imgH="482391" progId="Equation.3">
                  <p:embed/>
                </p:oleObj>
              </mc:Choice>
              <mc:Fallback>
                <p:oleObj name="Équation" r:id="rId7" imgW="1726451" imgH="4823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709" y="334308"/>
                        <a:ext cx="3720259" cy="10394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2017171" y="673975"/>
            <a:ext cx="267432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/>
              <a:t>Théorème de </a:t>
            </a:r>
            <a:r>
              <a:rPr lang="it-IT" b="1" dirty="0" smtClean="0"/>
              <a:t>dérivée:</a:t>
            </a:r>
            <a:endParaRPr lang="it-IT" b="1" dirty="0"/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113657"/>
              </p:ext>
            </p:extLst>
          </p:nvPr>
        </p:nvGraphicFramePr>
        <p:xfrm>
          <a:off x="2105255" y="2162662"/>
          <a:ext cx="3892638" cy="568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2" name="Équation" r:id="rId9" imgW="1651000" imgH="241300" progId="Equation.3">
                  <p:embed/>
                </p:oleObj>
              </mc:Choice>
              <mc:Fallback>
                <p:oleObj name="Équation" r:id="rId9" imgW="16510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55" y="2162662"/>
                        <a:ext cx="3892638" cy="568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116349"/>
              </p:ext>
            </p:extLst>
          </p:nvPr>
        </p:nvGraphicFramePr>
        <p:xfrm>
          <a:off x="6008526" y="2164378"/>
          <a:ext cx="1957104" cy="568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3" name="Équation" r:id="rId11" imgW="787400" imgH="228600" progId="Equation.3">
                  <p:embed/>
                </p:oleObj>
              </mc:Choice>
              <mc:Fallback>
                <p:oleObj name="Équation" r:id="rId11" imgW="787400" imgH="228600" progId="Equation.3">
                  <p:embed/>
                  <p:pic>
                    <p:nvPicPr>
                      <p:cNvPr id="50" name="Obje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526" y="2164378"/>
                        <a:ext cx="1957104" cy="56819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-6223" y="2262458"/>
            <a:ext cx="216668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sz="1600" b="1" dirty="0"/>
              <a:t>Décalage </a:t>
            </a:r>
            <a:r>
              <a:rPr lang="it-IT" sz="1600" b="1" dirty="0" smtClean="0"/>
              <a:t>temporel:</a:t>
            </a:r>
            <a:endParaRPr lang="fr-FR" sz="1600" b="1" dirty="0"/>
          </a:p>
        </p:txBody>
      </p:sp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489847"/>
              </p:ext>
            </p:extLst>
          </p:nvPr>
        </p:nvGraphicFramePr>
        <p:xfrm>
          <a:off x="229180" y="2910136"/>
          <a:ext cx="7644788" cy="376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4" name="Équation" r:id="rId13" imgW="3327400" imgH="1638300" progId="Equation.3">
                  <p:embed/>
                </p:oleObj>
              </mc:Choice>
              <mc:Fallback>
                <p:oleObj name="Équation" r:id="rId13" imgW="3327400" imgH="16383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80" y="2910136"/>
                        <a:ext cx="7644788" cy="3764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34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53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2402995" y="100803"/>
            <a:ext cx="927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rectangulaire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90" y="558265"/>
            <a:ext cx="10008819" cy="629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0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54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4683884" y="451680"/>
            <a:ext cx="3733714" cy="405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>
                <a:solidFill>
                  <a:srgbClr val="00B0F0"/>
                </a:solidFill>
                <a:latin typeface="Arial" pitchFamily="34" charset="0"/>
              </a:rPr>
              <a:t> la TF du signal sin(</a:t>
            </a:r>
            <a:r>
              <a:rPr lang="el-GR" sz="25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it-IT" sz="25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76176" y="20308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354149"/>
              </p:ext>
            </p:extLst>
          </p:nvPr>
        </p:nvGraphicFramePr>
        <p:xfrm>
          <a:off x="776176" y="1467292"/>
          <a:ext cx="9256846" cy="33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9" name="Équation" r:id="rId4" imgW="4203700" imgH="1511300" progId="Equation.3">
                  <p:embed/>
                </p:oleObj>
              </mc:Choice>
              <mc:Fallback>
                <p:oleObj name="Équation" r:id="rId4" imgW="4203700" imgH="151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76" y="1467292"/>
                        <a:ext cx="9256846" cy="33279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776176" y="5036258"/>
            <a:ext cx="254807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d’amplitude:</a:t>
            </a:r>
            <a:endParaRPr lang="it-IT" b="1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623434" y="49850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432501"/>
              </p:ext>
            </p:extLst>
          </p:nvPr>
        </p:nvGraphicFramePr>
        <p:xfrm>
          <a:off x="654577" y="5767344"/>
          <a:ext cx="4029307" cy="82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0" name="Équation" r:id="rId6" imgW="2120900" imgH="431800" progId="Equation.3">
                  <p:embed/>
                </p:oleObj>
              </mc:Choice>
              <mc:Fallback>
                <p:oleObj name="Équation" r:id="rId6" imgW="2120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77" y="5767344"/>
                        <a:ext cx="4029307" cy="820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7031667" y="5036258"/>
            <a:ext cx="247554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de la phase:</a:t>
            </a:r>
            <a:endParaRPr lang="it-IT" b="1" dirty="0"/>
          </a:p>
        </p:txBody>
      </p:sp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293451"/>
              </p:ext>
            </p:extLst>
          </p:nvPr>
        </p:nvGraphicFramePr>
        <p:xfrm>
          <a:off x="6283314" y="5460245"/>
          <a:ext cx="3932402" cy="140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1" name="Équation" r:id="rId8" imgW="1637589" imgH="583947" progId="Equation.3">
                  <p:embed/>
                </p:oleObj>
              </mc:Choice>
              <mc:Fallback>
                <p:oleObj name="Équation" r:id="rId8" imgW="1637589" imgH="58394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14" y="5460245"/>
                        <a:ext cx="3932402" cy="14022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916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55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548378"/>
            <a:ext cx="10210670" cy="62999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23784" y="100803"/>
            <a:ext cx="843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sin(</a:t>
            </a:r>
            <a:r>
              <a:rPr lang="el-GR" sz="2500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it-IT" sz="2500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it-IT" sz="25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it-IT" sz="2500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61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56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660280" y="302824"/>
            <a:ext cx="87591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exp(-t)u(t)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51308"/>
              </p:ext>
            </p:extLst>
          </p:nvPr>
        </p:nvGraphicFramePr>
        <p:xfrm>
          <a:off x="2925645" y="659191"/>
          <a:ext cx="7109872" cy="4365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4" name="Équation" r:id="rId4" imgW="3619500" imgH="2222500" progId="Equation.3">
                  <p:embed/>
                </p:oleObj>
              </mc:Choice>
              <mc:Fallback>
                <p:oleObj name="Équation" r:id="rId4" imgW="3619500" imgH="2222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645" y="659191"/>
                        <a:ext cx="7109872" cy="43657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52558" y="4517344"/>
            <a:ext cx="254807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d’amplitude:</a:t>
            </a:r>
            <a:endParaRPr lang="it-IT" b="1" dirty="0"/>
          </a:p>
        </p:txBody>
      </p:sp>
      <p:sp>
        <p:nvSpPr>
          <p:cNvPr id="13" name="Rectangle 12"/>
          <p:cNvSpPr/>
          <p:nvPr/>
        </p:nvSpPr>
        <p:spPr>
          <a:xfrm>
            <a:off x="7810721" y="4588455"/>
            <a:ext cx="247554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de la phase:</a:t>
            </a:r>
            <a:endParaRPr lang="it-IT" b="1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155615"/>
              </p:ext>
            </p:extLst>
          </p:nvPr>
        </p:nvGraphicFramePr>
        <p:xfrm>
          <a:off x="252558" y="5053820"/>
          <a:ext cx="6443913" cy="173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5" name="Équation" r:id="rId6" imgW="3670300" imgH="990600" progId="Equation.3">
                  <p:embed/>
                </p:oleObj>
              </mc:Choice>
              <mc:Fallback>
                <p:oleObj name="Équation" r:id="rId6" imgW="3670300" imgH="990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58" y="5053820"/>
                        <a:ext cx="6443913" cy="173918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740502" y="53588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812321"/>
              </p:ext>
            </p:extLst>
          </p:nvPr>
        </p:nvGraphicFramePr>
        <p:xfrm>
          <a:off x="7740502" y="5358808"/>
          <a:ext cx="3213280" cy="61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6" name="Équation" r:id="rId8" imgW="1257300" imgH="241300" progId="Equation.3">
                  <p:embed/>
                </p:oleObj>
              </mc:Choice>
              <mc:Fallback>
                <p:oleObj name="Équation" r:id="rId8" imgW="12573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502" y="5358808"/>
                        <a:ext cx="3213280" cy="61669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500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57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660280" y="302824"/>
            <a:ext cx="87591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exp(-t)u(t)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11" y="618468"/>
            <a:ext cx="9304017" cy="61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9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5</a:t>
            </a: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8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946416" y="302824"/>
            <a:ext cx="81868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Sgn(t)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grpSp>
        <p:nvGrpSpPr>
          <p:cNvPr id="37" name="Groupe 36"/>
          <p:cNvGrpSpPr/>
          <p:nvPr/>
        </p:nvGrpSpPr>
        <p:grpSpPr>
          <a:xfrm>
            <a:off x="6997313" y="757198"/>
            <a:ext cx="4993627" cy="3854505"/>
            <a:chOff x="7039845" y="757198"/>
            <a:chExt cx="4993627" cy="3854505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9845" y="757198"/>
              <a:ext cx="4993627" cy="3854505"/>
            </a:xfrm>
            <a:prstGeom prst="rect">
              <a:avLst/>
            </a:prstGeom>
          </p:spPr>
        </p:pic>
        <p:sp>
          <p:nvSpPr>
            <p:cNvPr id="14" name="Triangle isocèle 13"/>
            <p:cNvSpPr/>
            <p:nvPr/>
          </p:nvSpPr>
          <p:spPr>
            <a:xfrm>
              <a:off x="9652374" y="1557293"/>
              <a:ext cx="73095" cy="16839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6" name="Triangle isocèle 15"/>
            <p:cNvSpPr/>
            <p:nvPr/>
          </p:nvSpPr>
          <p:spPr>
            <a:xfrm rot="5400000">
              <a:off x="8610487" y="2064650"/>
              <a:ext cx="130381" cy="9440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  <p:sp>
          <p:nvSpPr>
            <p:cNvPr id="17" name="Triangle isocèle 16"/>
            <p:cNvSpPr/>
            <p:nvPr/>
          </p:nvSpPr>
          <p:spPr>
            <a:xfrm rot="5400000">
              <a:off x="10547398" y="1135666"/>
              <a:ext cx="130381" cy="9440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fr-FR">
                <a:solidFill>
                  <a:schemeClr val="accent6"/>
                </a:solidFill>
              </a:endParaRPr>
            </a:p>
          </p:txBody>
        </p:sp>
      </p:grpSp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05430"/>
              </p:ext>
            </p:extLst>
          </p:nvPr>
        </p:nvGraphicFramePr>
        <p:xfrm>
          <a:off x="3141823" y="1033903"/>
          <a:ext cx="3720259" cy="1039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4" name="Équation" r:id="rId5" imgW="1726920" imgH="482400" progId="Equation.3">
                  <p:embed/>
                </p:oleObj>
              </mc:Choice>
              <mc:Fallback>
                <p:oleObj name="Équation" r:id="rId5" imgW="1726920" imgH="482400" progId="Equation.3">
                  <p:embed/>
                  <p:pic>
                    <p:nvPicPr>
                      <p:cNvPr id="16" name="Obje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823" y="1033903"/>
                        <a:ext cx="3720259" cy="10394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>
            <a:off x="401022" y="1384672"/>
            <a:ext cx="267432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/>
              <a:t>Théorème de </a:t>
            </a:r>
            <a:r>
              <a:rPr lang="it-IT" b="1" dirty="0" smtClean="0"/>
              <a:t>dérivée:</a:t>
            </a:r>
            <a:endParaRPr lang="it-IT" b="1" dirty="0"/>
          </a:p>
        </p:txBody>
      </p:sp>
      <p:graphicFrame>
        <p:nvGraphicFramePr>
          <p:cNvPr id="27" name="Obje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484552"/>
              </p:ext>
            </p:extLst>
          </p:nvPr>
        </p:nvGraphicFramePr>
        <p:xfrm>
          <a:off x="2105255" y="2162662"/>
          <a:ext cx="3892638" cy="568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5" name="Équation" r:id="rId7" imgW="1651000" imgH="241300" progId="Equation.3">
                  <p:embed/>
                </p:oleObj>
              </mc:Choice>
              <mc:Fallback>
                <p:oleObj name="Équation" r:id="rId7" imgW="1651000" imgH="241300" progId="Equation.3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55" y="2162662"/>
                        <a:ext cx="3892638" cy="568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043207"/>
              </p:ext>
            </p:extLst>
          </p:nvPr>
        </p:nvGraphicFramePr>
        <p:xfrm>
          <a:off x="4119716" y="2825587"/>
          <a:ext cx="1957104" cy="568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6" name="Équation" r:id="rId9" imgW="787400" imgH="228600" progId="Equation.3">
                  <p:embed/>
                </p:oleObj>
              </mc:Choice>
              <mc:Fallback>
                <p:oleObj name="Équation" r:id="rId9" imgW="787400" imgH="228600" progId="Equation.3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716" y="2825587"/>
                        <a:ext cx="1957104" cy="56819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-6223" y="2262458"/>
            <a:ext cx="216668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sz="1600" b="1" dirty="0"/>
              <a:t>Décalage </a:t>
            </a:r>
            <a:r>
              <a:rPr lang="it-IT" sz="1600" b="1" dirty="0" smtClean="0"/>
              <a:t>temporel:</a:t>
            </a:r>
            <a:endParaRPr lang="fr-FR" sz="1600" b="1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04816" y="33004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613503"/>
              </p:ext>
            </p:extLst>
          </p:nvPr>
        </p:nvGraphicFramePr>
        <p:xfrm>
          <a:off x="304816" y="3465978"/>
          <a:ext cx="5234747" cy="2718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7" name="Équation" r:id="rId11" imgW="2641600" imgH="1371600" progId="Equation.3">
                  <p:embed/>
                </p:oleObj>
              </mc:Choice>
              <mc:Fallback>
                <p:oleObj name="Équation" r:id="rId11" imgW="2641600" imgH="1371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16" y="3465978"/>
                        <a:ext cx="5234747" cy="27180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/>
          <p:cNvSpPr/>
          <p:nvPr/>
        </p:nvSpPr>
        <p:spPr>
          <a:xfrm>
            <a:off x="5765810" y="4776449"/>
            <a:ext cx="254807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d’amplitude:</a:t>
            </a:r>
            <a:endParaRPr lang="it-IT" b="1" dirty="0"/>
          </a:p>
        </p:txBody>
      </p:sp>
      <p:sp>
        <p:nvSpPr>
          <p:cNvPr id="32" name="Rectangle 31"/>
          <p:cNvSpPr/>
          <p:nvPr/>
        </p:nvSpPr>
        <p:spPr>
          <a:xfrm>
            <a:off x="8941811" y="4775291"/>
            <a:ext cx="247554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Spectre de la phase:</a:t>
            </a:r>
            <a:endParaRPr lang="it-IT" b="1" dirty="0"/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6487548" y="58440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4" name="Obje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767812"/>
              </p:ext>
            </p:extLst>
          </p:nvPr>
        </p:nvGraphicFramePr>
        <p:xfrm>
          <a:off x="5819983" y="5250951"/>
          <a:ext cx="1928616" cy="1022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8" name="Équation" r:id="rId13" imgW="837836" imgH="444307" progId="Equation.3">
                  <p:embed/>
                </p:oleObj>
              </mc:Choice>
              <mc:Fallback>
                <p:oleObj name="Équation" r:id="rId13" imgW="837836" imgH="44430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983" y="5250951"/>
                        <a:ext cx="1928616" cy="102275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5"/>
          <p:cNvSpPr>
            <a:spLocks noChangeArrowheads="1"/>
          </p:cNvSpPr>
          <p:nvPr/>
        </p:nvSpPr>
        <p:spPr bwMode="auto">
          <a:xfrm>
            <a:off x="8976274" y="57043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6" name="Obje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456488"/>
              </p:ext>
            </p:extLst>
          </p:nvPr>
        </p:nvGraphicFramePr>
        <p:xfrm>
          <a:off x="7911837" y="5070194"/>
          <a:ext cx="3545302" cy="1370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9" name="Équation" r:id="rId15" imgW="1511300" imgH="584200" progId="Equation.3">
                  <p:embed/>
                </p:oleObj>
              </mc:Choice>
              <mc:Fallback>
                <p:oleObj name="Équation" r:id="rId15" imgW="1511300" imgH="584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1837" y="5070194"/>
                        <a:ext cx="3545302" cy="13704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02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5</a:t>
            </a: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9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946416" y="302824"/>
            <a:ext cx="81868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Sgn(t)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47" y="672598"/>
            <a:ext cx="9930809" cy="61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3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60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842457" y="257145"/>
            <a:ext cx="7778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u(t)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7535" y="24135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444345"/>
              </p:ext>
            </p:extLst>
          </p:nvPr>
        </p:nvGraphicFramePr>
        <p:xfrm>
          <a:off x="1474652" y="1360967"/>
          <a:ext cx="8636909" cy="340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0" name="Équation" r:id="rId4" imgW="3352800" imgH="1320800" progId="Equation.3">
                  <p:embed/>
                </p:oleObj>
              </mc:Choice>
              <mc:Fallback>
                <p:oleObj name="Équation" r:id="rId4" imgW="3352800" imgH="1320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652" y="1360967"/>
                        <a:ext cx="8636909" cy="34024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68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61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842457" y="257145"/>
            <a:ext cx="7778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2500" b="1" dirty="0" smtClean="0">
                <a:solidFill>
                  <a:srgbClr val="00B0F0"/>
                </a:solidFill>
                <a:latin typeface="Arial" pitchFamily="34" charset="0"/>
              </a:rPr>
              <a:t>La représentation spectrale de la TF du signal u(t)</a:t>
            </a:r>
            <a:endParaRPr lang="fr-FR" sz="2800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93" y="657255"/>
            <a:ext cx="9304016" cy="61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8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62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2555224" y="457200"/>
            <a:ext cx="744306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La représentation spectrale de la TF du signal </a:t>
            </a:r>
            <a:r>
              <a:rPr lang="it-IT" b="1" dirty="0" smtClean="0">
                <a:solidFill>
                  <a:srgbClr val="00B0F0"/>
                </a:solidFill>
                <a:latin typeface="Arial" pitchFamily="34" charset="0"/>
              </a:rPr>
              <a:t>Rect(t/2</a:t>
            </a: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) sin(</a:t>
            </a:r>
            <a:r>
              <a:rPr lang="el-GR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it-IT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</a:t>
            </a:r>
            <a:r>
              <a:rPr lang="it-IT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      </a:t>
            </a:r>
            <a:endParaRPr lang="fr-FR" b="1" dirty="0">
              <a:solidFill>
                <a:srgbClr val="00B0F0"/>
              </a:solidFill>
              <a:latin typeface="Arial" pitchFamily="34" charset="0"/>
            </a:endParaRPr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63483"/>
              </p:ext>
            </p:extLst>
          </p:nvPr>
        </p:nvGraphicFramePr>
        <p:xfrm>
          <a:off x="1121143" y="1908817"/>
          <a:ext cx="9001287" cy="359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7" name="Équation" r:id="rId4" imgW="3377880" imgH="1371600" progId="Equation.3">
                  <p:embed/>
                </p:oleObj>
              </mc:Choice>
              <mc:Fallback>
                <p:oleObj name="Équation" r:id="rId4" imgW="3377880" imgH="137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143" y="1908817"/>
                        <a:ext cx="9001287" cy="3598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513326" y="926979"/>
            <a:ext cx="102839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La TF d’un produit simple devient un produit de convolution dans le domaine fréquentiel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13614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63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2555224" y="457200"/>
            <a:ext cx="744306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La représentation spectrale de la TF du signal </a:t>
            </a:r>
            <a:r>
              <a:rPr lang="it-IT" b="1" dirty="0" smtClean="0">
                <a:solidFill>
                  <a:srgbClr val="00B0F0"/>
                </a:solidFill>
                <a:latin typeface="Arial" pitchFamily="34" charset="0"/>
              </a:rPr>
              <a:t>Rect(t/2</a:t>
            </a: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) sin(</a:t>
            </a:r>
            <a:r>
              <a:rPr lang="el-GR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it-IT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</a:t>
            </a:r>
            <a:r>
              <a:rPr lang="it-IT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      </a:t>
            </a:r>
            <a:endParaRPr lang="fr-FR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3326" y="926979"/>
            <a:ext cx="26358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b="1" dirty="0" smtClean="0"/>
              <a:t>Décalage fréquentiel </a:t>
            </a:r>
            <a:endParaRPr lang="it-IT" b="1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37683" y="14521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323335"/>
              </p:ext>
            </p:extLst>
          </p:nvPr>
        </p:nvGraphicFramePr>
        <p:xfrm>
          <a:off x="499727" y="1383316"/>
          <a:ext cx="7187610" cy="4843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29" name="Équation" r:id="rId4" imgW="3543300" imgH="2387600" progId="Equation.3">
                  <p:embed/>
                </p:oleObj>
              </mc:Choice>
              <mc:Fallback>
                <p:oleObj name="Équation" r:id="rId4" imgW="3543300" imgH="2387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27" y="1383316"/>
                        <a:ext cx="7187610" cy="4843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081823" y="18050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396903"/>
              </p:ext>
            </p:extLst>
          </p:nvPr>
        </p:nvGraphicFramePr>
        <p:xfrm>
          <a:off x="7478482" y="832677"/>
          <a:ext cx="4454862" cy="1055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30" name="Équation" r:id="rId6" imgW="1930400" imgH="457200" progId="Equation.3">
                  <p:embed/>
                </p:oleObj>
              </mc:Choice>
              <mc:Fallback>
                <p:oleObj name="Équation" r:id="rId6" imgW="1930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482" y="832677"/>
                        <a:ext cx="4454862" cy="1055099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825563" y="60668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021120"/>
              </p:ext>
            </p:extLst>
          </p:nvPr>
        </p:nvGraphicFramePr>
        <p:xfrm>
          <a:off x="7465677" y="2378275"/>
          <a:ext cx="4448187" cy="1013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31" name="Équation" r:id="rId8" imgW="2006600" imgH="457200" progId="Equation.3">
                  <p:embed/>
                </p:oleObj>
              </mc:Choice>
              <mc:Fallback>
                <p:oleObj name="Équation" r:id="rId8" imgW="20066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5677" y="2378275"/>
                        <a:ext cx="4448187" cy="1013511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473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64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2555224" y="457200"/>
            <a:ext cx="744306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La représentation spectrale de la TF du signal </a:t>
            </a:r>
            <a:r>
              <a:rPr lang="it-IT" b="1" dirty="0" smtClean="0">
                <a:solidFill>
                  <a:srgbClr val="00B0F0"/>
                </a:solidFill>
                <a:latin typeface="Arial" pitchFamily="34" charset="0"/>
              </a:rPr>
              <a:t>Rect(t/2</a:t>
            </a:r>
            <a:r>
              <a:rPr lang="it-IT" b="1" dirty="0">
                <a:solidFill>
                  <a:srgbClr val="00B0F0"/>
                </a:solidFill>
                <a:latin typeface="Arial" pitchFamily="34" charset="0"/>
              </a:rPr>
              <a:t>) sin(</a:t>
            </a:r>
            <a:r>
              <a:rPr lang="el-GR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it-IT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</a:t>
            </a:r>
            <a:r>
              <a:rPr lang="it-IT" b="1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      </a:t>
            </a:r>
            <a:endParaRPr lang="fr-FR" b="1" dirty="0">
              <a:solidFill>
                <a:srgbClr val="00B0F0"/>
              </a:solidFill>
              <a:latin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90" y="771132"/>
            <a:ext cx="8853565" cy="588251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898" y="1406924"/>
            <a:ext cx="8006315" cy="449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2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dirty="0" smtClean="0">
                <a:solidFill>
                  <a:prstClr val="white"/>
                </a:solidFill>
                <a:latin typeface="Open Sans"/>
              </a:rPr>
              <a:t>65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895027" y="698813"/>
            <a:ext cx="5340116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t-IT" sz="3600" b="1" dirty="0" smtClean="0">
                <a:solidFill>
                  <a:srgbClr val="00B0F0"/>
                </a:solidFill>
                <a:latin typeface="Arial" pitchFamily="34" charset="0"/>
              </a:rPr>
              <a:t>Transformée de Fourier</a:t>
            </a:r>
            <a:endParaRPr lang="fr-FR" sz="3600" b="1" dirty="0">
              <a:solidFill>
                <a:srgbClr val="00B0F0"/>
              </a:solidFill>
              <a:latin typeface="Arial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1447698"/>
            <a:ext cx="112187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Exercice n° : à faire</a:t>
            </a:r>
            <a:endParaRPr kumimoji="0" lang="fr-FR" altLang="fr-F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utilisant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</a:t>
            </a:r>
            <a:r>
              <a:rPr kumimoji="0" lang="fr-FR" altLang="fr-FR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théorème de la dérivée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déduire la TF du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signaux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: </a:t>
            </a:r>
            <a:endParaRPr kumimoji="0" lang="fr-FR" altLang="fr-FR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761" y="2503536"/>
            <a:ext cx="5658416" cy="318487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4" y="2503536"/>
            <a:ext cx="5599877" cy="3184879"/>
          </a:xfrm>
          <a:prstGeom prst="rect">
            <a:avLst/>
          </a:prstGeom>
        </p:spPr>
      </p:pic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20501" y="5661748"/>
            <a:ext cx="112187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fr-FR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Si </a:t>
            </a:r>
            <a:endParaRPr kumimoji="0" lang="fr-FR" altLang="fr-F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déduire </a:t>
            </a:r>
            <a:r>
              <a:rPr lang="fr-FR" altLang="fr-FR" sz="28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TF </a:t>
            </a:r>
            <a:r>
              <a:rPr lang="fr-FR" altLang="fr-FR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fr-FR" altLang="fr-FR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319493"/>
              </p:ext>
            </p:extLst>
          </p:nvPr>
        </p:nvGraphicFramePr>
        <p:xfrm>
          <a:off x="672233" y="5713473"/>
          <a:ext cx="2322329" cy="43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7" name="Équation" r:id="rId6" imgW="1143000" imgH="215640" progId="Equation.3">
                  <p:embed/>
                </p:oleObj>
              </mc:Choice>
              <mc:Fallback>
                <p:oleObj name="Équation" r:id="rId6" imgW="114300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2233" y="5713473"/>
                        <a:ext cx="2322329" cy="43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667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スライド番号プレースホルダー 3"/>
          <p:cNvSpPr txBox="1">
            <a:spLocks/>
          </p:cNvSpPr>
          <p:nvPr/>
        </p:nvSpPr>
        <p:spPr>
          <a:xfrm>
            <a:off x="11467840" y="6288526"/>
            <a:ext cx="654675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ja-JP" b="1" noProof="0" dirty="0" smtClean="0">
                <a:solidFill>
                  <a:prstClr val="white"/>
                </a:solidFill>
                <a:latin typeface="Open Sans"/>
              </a:rPr>
              <a:t>66</a:t>
            </a:r>
            <a:endParaRPr kumimoji="0" lang="ja-JP" altLang="en-US" sz="1867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4119716" y="2615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751" y="51987"/>
            <a:ext cx="9354331" cy="641910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68" y="942915"/>
            <a:ext cx="7816495" cy="4319353"/>
          </a:xfrm>
          <a:prstGeom prst="rect">
            <a:avLst/>
          </a:prstGeom>
        </p:spPr>
      </p:pic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587562"/>
              </p:ext>
            </p:extLst>
          </p:nvPr>
        </p:nvGraphicFramePr>
        <p:xfrm>
          <a:off x="131420" y="2806151"/>
          <a:ext cx="2322329" cy="43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5" name="Équation" r:id="rId6" imgW="1143000" imgH="215640" progId="Equation.3">
                  <p:embed/>
                </p:oleObj>
              </mc:Choice>
              <mc:Fallback>
                <p:oleObj name="Équation" r:id="rId6" imgW="1143000" imgH="215640" progId="Equation.3">
                  <p:embed/>
                  <p:pic>
                    <p:nvPicPr>
                      <p:cNvPr id="16" name="Objet 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420" y="2806151"/>
                        <a:ext cx="2322329" cy="43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97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4_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56732</TotalTime>
  <Words>471</Words>
  <Application>Microsoft Office PowerPoint</Application>
  <PresentationFormat>Grand écran</PresentationFormat>
  <Paragraphs>120</Paragraphs>
  <Slides>26</Slides>
  <Notes>24</Notes>
  <HiddenSlides>0</HiddenSlides>
  <MMClips>0</MMClips>
  <ScaleCrop>false</ScaleCrop>
  <HeadingPairs>
    <vt:vector size="8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26</vt:i4>
      </vt:variant>
    </vt:vector>
  </HeadingPairs>
  <TitlesOfParts>
    <vt:vector size="44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Spica Neue</vt:lpstr>
      <vt:lpstr>Spica Neue Light</vt:lpstr>
      <vt:lpstr>Times New Roman</vt:lpstr>
      <vt:lpstr>Wingdings</vt:lpstr>
      <vt:lpstr>4_Vega - Header</vt:lpstr>
      <vt:lpstr>3_Vega - Header</vt:lpstr>
      <vt:lpstr>Vega - Footer Only</vt:lpstr>
      <vt:lpstr>Équation</vt:lpstr>
      <vt:lpstr>Microsoft Equation 3.0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Administrator</dc:creator>
  <cp:lastModifiedBy>Administrator</cp:lastModifiedBy>
  <cp:revision>238</cp:revision>
  <dcterms:created xsi:type="dcterms:W3CDTF">2025-02-02T21:02:57Z</dcterms:created>
  <dcterms:modified xsi:type="dcterms:W3CDTF">2025-03-17T19:42:18Z</dcterms:modified>
</cp:coreProperties>
</file>